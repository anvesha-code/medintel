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74" r:id="rId5"/>
  </p:sldMasterIdLst>
  <p:notesMasterIdLst>
    <p:notesMasterId r:id="rId18"/>
  </p:notesMasterIdLst>
  <p:handoutMasterIdLst>
    <p:handoutMasterId r:id="rId19"/>
  </p:handoutMasterIdLst>
  <p:sldIdLst>
    <p:sldId id="541" r:id="rId6"/>
    <p:sldId id="540" r:id="rId7"/>
    <p:sldId id="557" r:id="rId8"/>
    <p:sldId id="556" r:id="rId9"/>
    <p:sldId id="544" r:id="rId10"/>
    <p:sldId id="551" r:id="rId11"/>
    <p:sldId id="546" r:id="rId12"/>
    <p:sldId id="558" r:id="rId13"/>
    <p:sldId id="559" r:id="rId14"/>
    <p:sldId id="560" r:id="rId15"/>
    <p:sldId id="548" r:id="rId16"/>
    <p:sldId id="54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B1E966-6961-0F50-8DB6-07965753986E}" name="Emily Zheng" initials="EZ" userId="S::emilyz@2a.consulting::f82caf59-4d99-4b56-845f-be5499779ccb" providerId="AD"/>
  <p188:author id="{E6E8B87A-35F3-49FE-E419-F5DEA76C1124}" name="Ashley Velazquez" initials="AV" userId="S::ashley@2a.consulting::27459dca-8b52-4cc1-803a-85614ebbc311" providerId="AD"/>
  <p188:author id="{495FC490-5893-5148-2CEE-DF14FA24C1F2}" name="Julianne Medenblik" initials="JM" userId="S::julianne@2a.consulting::ce83422f-0c59-4c8a-92c2-5f799f37350a" providerId="AD"/>
  <p188:author id="{B47D1797-3C58-93F2-7A13-61CB28D74573}" name="Olivia Witt" initials="OW" userId="S::Olivia@2a.consulting::b2c89e3c-57a0-4260-818b-d6c94110166d" providerId="AD"/>
  <p188:author id="{3B25209F-F647-DB31-479D-5D150D45701C}" name="Sarah Silva" initials="SS" userId="S::sarah@2a.consulting::c5438fce-4105-481a-92ae-1da751e199b6" providerId="AD"/>
  <p188:author id="{1A7C51AB-2E0C-E736-49D8-5D39035CDDB3}" name="Thad Allen" initials="TA" userId="S::Thad@2a.consulting::98f32c8c-fee0-4a69-a934-b7883cb118a7" providerId="AD"/>
  <p188:author id="{3BC929E5-C3D9-C54A-E1F4-976C3F59A026}" name="Michelle Francis" initials="MF" userId="Michelle Franci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B45"/>
    <a:srgbClr val="FF5B00"/>
    <a:srgbClr val="111724"/>
    <a:srgbClr val="EEE8EB"/>
    <a:srgbClr val="C20000"/>
    <a:srgbClr val="42B4FF"/>
    <a:srgbClr val="0F1520"/>
    <a:srgbClr val="0B1018"/>
    <a:srgbClr val="0C1019"/>
    <a:srgbClr val="1119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3"/>
    <p:restoredTop sz="84268"/>
  </p:normalViewPr>
  <p:slideViewPr>
    <p:cSldViewPr snapToGrid="0" showGuides="1">
      <p:cViewPr varScale="1">
        <p:scale>
          <a:sx n="134" d="100"/>
          <a:sy n="134" d="100"/>
        </p:scale>
        <p:origin x="1472" y="184"/>
      </p:cViewPr>
      <p:guideLst>
        <p:guide orient="horz" pos="2136"/>
        <p:guide pos="3840"/>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09889A-270F-B6E5-3972-50E5E524726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028168-7E2B-F626-57B5-32EE17174C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264C6C-A75F-4F4B-983B-561CAC384A89}" type="datetimeFigureOut">
              <a:rPr lang="en-US" smtClean="0"/>
              <a:t>8/23/25</a:t>
            </a:fld>
            <a:endParaRPr lang="en-US"/>
          </a:p>
        </p:txBody>
      </p:sp>
      <p:sp>
        <p:nvSpPr>
          <p:cNvPr id="4" name="Footer Placeholder 3">
            <a:extLst>
              <a:ext uri="{FF2B5EF4-FFF2-40B4-BE49-F238E27FC236}">
                <a16:creationId xmlns:a16="http://schemas.microsoft.com/office/drawing/2014/main" id="{4B2EDBBA-8B98-DADA-0E7B-B3B8BA50DD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C6926BD-6BEF-4459-AB9E-AA5FEF3EA6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748BA5-07AE-424D-88E6-9F6246581C75}" type="slidenum">
              <a:rPr lang="en-US" smtClean="0"/>
              <a:t>‹#›</a:t>
            </a:fld>
            <a:endParaRPr lang="en-US"/>
          </a:p>
        </p:txBody>
      </p:sp>
    </p:spTree>
    <p:extLst>
      <p:ext uri="{BB962C8B-B14F-4D97-AF65-F5344CB8AC3E}">
        <p14:creationId xmlns:p14="http://schemas.microsoft.com/office/powerpoint/2010/main" val="181577697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CC8E03-5825-4C42-8DC2-B65F04B88FE7}" type="datetimeFigureOut">
              <a:rPr lang="en-US" smtClean="0"/>
              <a:t>8/23/25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4F0C1F-993A-6847-8031-A71E46B1E58F}" type="slidenum">
              <a:rPr lang="en-US" smtClean="0"/>
              <a:t>‹#›</a:t>
            </a:fld>
            <a:endParaRPr lang="en-US"/>
          </a:p>
        </p:txBody>
      </p:sp>
    </p:spTree>
    <p:extLst>
      <p:ext uri="{BB962C8B-B14F-4D97-AF65-F5344CB8AC3E}">
        <p14:creationId xmlns:p14="http://schemas.microsoft.com/office/powerpoint/2010/main" val="2518635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SANG – 3 mins</a:t>
            </a:r>
          </a:p>
        </p:txBody>
      </p:sp>
      <p:sp>
        <p:nvSpPr>
          <p:cNvPr id="4" name="Slide Number Placeholder 3"/>
          <p:cNvSpPr>
            <a:spLocks noGrp="1"/>
          </p:cNvSpPr>
          <p:nvPr>
            <p:ph type="sldNum" sz="quarter" idx="5"/>
          </p:nvPr>
        </p:nvSpPr>
        <p:spPr/>
        <p:txBody>
          <a:bodyPr/>
          <a:lstStyle/>
          <a:p>
            <a:fld id="{614F0C1F-993A-6847-8031-A71E46B1E58F}" type="slidenum">
              <a:rPr lang="en-US" smtClean="0"/>
              <a:t>2</a:t>
            </a:fld>
            <a:endParaRPr lang="en-US"/>
          </a:p>
        </p:txBody>
      </p:sp>
    </p:spTree>
    <p:extLst>
      <p:ext uri="{BB962C8B-B14F-4D97-AF65-F5344CB8AC3E}">
        <p14:creationId xmlns:p14="http://schemas.microsoft.com/office/powerpoint/2010/main" val="110816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4F0C1F-993A-6847-8031-A71E46B1E58F}" type="slidenum">
              <a:rPr lang="en-US" smtClean="0"/>
              <a:t>5</a:t>
            </a:fld>
            <a:endParaRPr lang="en-US"/>
          </a:p>
        </p:txBody>
      </p:sp>
    </p:spTree>
    <p:extLst>
      <p:ext uri="{BB962C8B-B14F-4D97-AF65-F5344CB8AC3E}">
        <p14:creationId xmlns:p14="http://schemas.microsoft.com/office/powerpoint/2010/main" val="1844359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4F0C1F-993A-6847-8031-A71E46B1E58F}" type="slidenum">
              <a:rPr lang="en-US" smtClean="0"/>
              <a:t>6</a:t>
            </a:fld>
            <a:endParaRPr lang="en-US"/>
          </a:p>
        </p:txBody>
      </p:sp>
    </p:spTree>
    <p:extLst>
      <p:ext uri="{BB962C8B-B14F-4D97-AF65-F5344CB8AC3E}">
        <p14:creationId xmlns:p14="http://schemas.microsoft.com/office/powerpoint/2010/main" val="3676430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4F0C1F-993A-6847-8031-A71E46B1E58F}" type="slidenum">
              <a:rPr lang="en-US" smtClean="0"/>
              <a:t>7</a:t>
            </a:fld>
            <a:endParaRPr lang="en-US"/>
          </a:p>
        </p:txBody>
      </p:sp>
    </p:spTree>
    <p:extLst>
      <p:ext uri="{BB962C8B-B14F-4D97-AF65-F5344CB8AC3E}">
        <p14:creationId xmlns:p14="http://schemas.microsoft.com/office/powerpoint/2010/main" val="1297682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4F0C1F-993A-6847-8031-A71E46B1E58F}" type="slidenum">
              <a:rPr lang="en-US" smtClean="0"/>
              <a:t>11</a:t>
            </a:fld>
            <a:endParaRPr lang="en-US"/>
          </a:p>
        </p:txBody>
      </p:sp>
    </p:spTree>
    <p:extLst>
      <p:ext uri="{BB962C8B-B14F-4D97-AF65-F5344CB8AC3E}">
        <p14:creationId xmlns:p14="http://schemas.microsoft.com/office/powerpoint/2010/main" val="2618269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D9AB480-D86C-B655-7136-BD90F46F7878}"/>
              </a:ext>
            </a:extLst>
          </p:cNvPr>
          <p:cNvSpPr>
            <a:spLocks noGrp="1"/>
          </p:cNvSpPr>
          <p:nvPr>
            <p:ph type="subTitle" idx="1" hasCustomPrompt="1"/>
          </p:nvPr>
        </p:nvSpPr>
        <p:spPr>
          <a:xfrm>
            <a:off x="426595" y="1870806"/>
            <a:ext cx="8274329" cy="258532"/>
          </a:xfrm>
        </p:spPr>
        <p:txBody>
          <a:bodyPr/>
          <a:lstStyle>
            <a:lvl1pPr marL="0" indent="0" algn="l">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Industry,Analytics</a:t>
            </a:r>
            <a:r>
              <a:rPr lang="en-US" dirty="0"/>
              <a:t>/Database services included</a:t>
            </a:r>
          </a:p>
        </p:txBody>
      </p:sp>
      <p:sp>
        <p:nvSpPr>
          <p:cNvPr id="8" name="Title 7">
            <a:extLst>
              <a:ext uri="{FF2B5EF4-FFF2-40B4-BE49-F238E27FC236}">
                <a16:creationId xmlns:a16="http://schemas.microsoft.com/office/drawing/2014/main" id="{84501CE9-4E0D-C1B6-5434-4BAC2CFF7D49}"/>
              </a:ext>
            </a:extLst>
          </p:cNvPr>
          <p:cNvSpPr>
            <a:spLocks noGrp="1"/>
          </p:cNvSpPr>
          <p:nvPr>
            <p:ph type="title" hasCustomPrompt="1"/>
          </p:nvPr>
        </p:nvSpPr>
        <p:spPr>
          <a:xfrm>
            <a:off x="426595" y="2280380"/>
            <a:ext cx="8274329" cy="1865508"/>
          </a:xfrm>
        </p:spPr>
        <p:txBody>
          <a:bodyPr tIns="146304" bIns="146304"/>
          <a:lstStyle>
            <a:lvl1pPr>
              <a:defRPr sz="4400"/>
            </a:lvl1pPr>
          </a:lstStyle>
          <a:p>
            <a:r>
              <a:rPr lang="en-US" dirty="0"/>
              <a:t>Project Name</a:t>
            </a:r>
          </a:p>
        </p:txBody>
      </p:sp>
      <p:sp>
        <p:nvSpPr>
          <p:cNvPr id="9" name="Text Placeholder 11">
            <a:extLst>
              <a:ext uri="{FF2B5EF4-FFF2-40B4-BE49-F238E27FC236}">
                <a16:creationId xmlns:a16="http://schemas.microsoft.com/office/drawing/2014/main" id="{E45CCCEF-5F18-2860-DFF6-027276E53732}"/>
              </a:ext>
            </a:extLst>
          </p:cNvPr>
          <p:cNvSpPr>
            <a:spLocks noGrp="1"/>
          </p:cNvSpPr>
          <p:nvPr>
            <p:ph type="body" sz="quarter" idx="10" hasCustomPrompt="1"/>
          </p:nvPr>
        </p:nvSpPr>
        <p:spPr>
          <a:xfrm>
            <a:off x="426597" y="4359407"/>
            <a:ext cx="1975781" cy="286232"/>
          </a:xfrm>
        </p:spPr>
        <p:txBody>
          <a:bodyPr/>
          <a:lstStyle>
            <a:lvl1pPr marL="0" indent="0">
              <a:buNone/>
              <a:defRPr sz="1400" b="1" cap="none" spc="0" baseline="0"/>
            </a:lvl1pPr>
          </a:lstStyle>
          <a:p>
            <a:pPr lvl="0"/>
            <a:r>
              <a:rPr lang="en-US" dirty="0"/>
              <a:t>Team Member Name</a:t>
            </a:r>
          </a:p>
        </p:txBody>
      </p:sp>
      <p:sp>
        <p:nvSpPr>
          <p:cNvPr id="10" name="Text Placeholder 13">
            <a:extLst>
              <a:ext uri="{FF2B5EF4-FFF2-40B4-BE49-F238E27FC236}">
                <a16:creationId xmlns:a16="http://schemas.microsoft.com/office/drawing/2014/main" id="{8D448997-2AB6-95F6-CD00-3A71DCD551A0}"/>
              </a:ext>
            </a:extLst>
          </p:cNvPr>
          <p:cNvSpPr>
            <a:spLocks noGrp="1"/>
          </p:cNvSpPr>
          <p:nvPr>
            <p:ph type="body" sz="quarter" idx="12" hasCustomPrompt="1"/>
          </p:nvPr>
        </p:nvSpPr>
        <p:spPr>
          <a:xfrm>
            <a:off x="426593" y="1372973"/>
            <a:ext cx="3871087" cy="258532"/>
          </a:xfrm>
        </p:spPr>
        <p:txBody>
          <a:bodyPr/>
          <a:lstStyle>
            <a:lvl1pPr marL="0" indent="0">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Hackathon ID [Hack-XXX]</a:t>
            </a:r>
          </a:p>
        </p:txBody>
      </p:sp>
      <p:sp>
        <p:nvSpPr>
          <p:cNvPr id="11" name="Text Placeholder 15">
            <a:extLst>
              <a:ext uri="{FF2B5EF4-FFF2-40B4-BE49-F238E27FC236}">
                <a16:creationId xmlns:a16="http://schemas.microsoft.com/office/drawing/2014/main" id="{8E393F6A-4D6C-030B-19DC-39B7D8F86423}"/>
              </a:ext>
            </a:extLst>
          </p:cNvPr>
          <p:cNvSpPr>
            <a:spLocks noGrp="1"/>
          </p:cNvSpPr>
          <p:nvPr>
            <p:ph type="body" sz="quarter" idx="13" hasCustomPrompt="1"/>
          </p:nvPr>
        </p:nvSpPr>
        <p:spPr>
          <a:xfrm>
            <a:off x="426596" y="4662235"/>
            <a:ext cx="1975782" cy="286232"/>
          </a:xfrm>
        </p:spPr>
        <p:txBody>
          <a:bodyPr/>
          <a:lstStyle>
            <a:lvl1pPr marL="0" indent="0">
              <a:spcAft>
                <a:spcPts val="300"/>
              </a:spcAft>
              <a:buNone/>
              <a:defRPr sz="1400"/>
            </a:lvl1pPr>
            <a:lvl2pPr marL="228600" indent="0">
              <a:buNone/>
              <a:defRPr/>
            </a:lvl2pPr>
            <a:lvl3pPr marL="457200" indent="0">
              <a:buNone/>
              <a:defRPr/>
            </a:lvl3pPr>
            <a:lvl4pPr marL="685800" indent="0">
              <a:buNone/>
              <a:defRPr/>
            </a:lvl4pPr>
            <a:lvl5pPr marL="685800" indent="0">
              <a:buNone/>
              <a:defRPr/>
            </a:lvl5pPr>
          </a:lstStyle>
          <a:p>
            <a:pPr lvl="0"/>
            <a:r>
              <a:rPr lang="en-US" dirty="0"/>
              <a:t>Job title</a:t>
            </a:r>
          </a:p>
        </p:txBody>
      </p:sp>
      <p:sp>
        <p:nvSpPr>
          <p:cNvPr id="12" name="Slide Number Placeholder 5">
            <a:extLst>
              <a:ext uri="{FF2B5EF4-FFF2-40B4-BE49-F238E27FC236}">
                <a16:creationId xmlns:a16="http://schemas.microsoft.com/office/drawing/2014/main" id="{D2D7A117-FC7A-651D-49FD-366D450482F3}"/>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25" name="Text Placeholder 11">
            <a:extLst>
              <a:ext uri="{FF2B5EF4-FFF2-40B4-BE49-F238E27FC236}">
                <a16:creationId xmlns:a16="http://schemas.microsoft.com/office/drawing/2014/main" id="{0D3E3E59-9EE5-4CE8-99F8-414BDAF0A3EC}"/>
              </a:ext>
            </a:extLst>
          </p:cNvPr>
          <p:cNvSpPr>
            <a:spLocks noGrp="1"/>
          </p:cNvSpPr>
          <p:nvPr>
            <p:ph type="body" sz="quarter" idx="14" hasCustomPrompt="1"/>
          </p:nvPr>
        </p:nvSpPr>
        <p:spPr>
          <a:xfrm>
            <a:off x="2582364" y="4359544"/>
            <a:ext cx="1975781" cy="286232"/>
          </a:xfrm>
        </p:spPr>
        <p:txBody>
          <a:bodyPr/>
          <a:lstStyle>
            <a:lvl1pPr marL="0" indent="0">
              <a:buNone/>
              <a:defRPr sz="1400" b="1" cap="none" spc="0" baseline="0"/>
            </a:lvl1pPr>
          </a:lstStyle>
          <a:p>
            <a:pPr lvl="0"/>
            <a:r>
              <a:rPr lang="en-US" dirty="0"/>
              <a:t>Team Member Name</a:t>
            </a:r>
          </a:p>
        </p:txBody>
      </p:sp>
      <p:sp>
        <p:nvSpPr>
          <p:cNvPr id="26" name="Text Placeholder 15">
            <a:extLst>
              <a:ext uri="{FF2B5EF4-FFF2-40B4-BE49-F238E27FC236}">
                <a16:creationId xmlns:a16="http://schemas.microsoft.com/office/drawing/2014/main" id="{9FF20D26-C38C-4538-B023-D013FCE57B7D}"/>
              </a:ext>
            </a:extLst>
          </p:cNvPr>
          <p:cNvSpPr>
            <a:spLocks noGrp="1"/>
          </p:cNvSpPr>
          <p:nvPr>
            <p:ph type="body" sz="quarter" idx="15" hasCustomPrompt="1"/>
          </p:nvPr>
        </p:nvSpPr>
        <p:spPr>
          <a:xfrm>
            <a:off x="2582362" y="4662372"/>
            <a:ext cx="1975782" cy="286232"/>
          </a:xfrm>
        </p:spPr>
        <p:txBody>
          <a:bodyPr/>
          <a:lstStyle>
            <a:lvl1pPr marL="0" indent="0">
              <a:spcAft>
                <a:spcPts val="300"/>
              </a:spcAft>
              <a:buNone/>
              <a:defRPr sz="1400"/>
            </a:lvl1pPr>
            <a:lvl2pPr marL="228600" indent="0">
              <a:buNone/>
              <a:defRPr/>
            </a:lvl2pPr>
            <a:lvl3pPr marL="457200" indent="0">
              <a:buNone/>
              <a:defRPr/>
            </a:lvl3pPr>
            <a:lvl4pPr marL="685800" indent="0">
              <a:buNone/>
              <a:defRPr/>
            </a:lvl4pPr>
            <a:lvl5pPr marL="685800" indent="0">
              <a:buNone/>
              <a:defRPr/>
            </a:lvl5pPr>
          </a:lstStyle>
          <a:p>
            <a:pPr lvl="0"/>
            <a:r>
              <a:rPr lang="en-US" dirty="0"/>
              <a:t>Job title</a:t>
            </a:r>
          </a:p>
        </p:txBody>
      </p:sp>
      <p:sp>
        <p:nvSpPr>
          <p:cNvPr id="27" name="Text Placeholder 11">
            <a:extLst>
              <a:ext uri="{FF2B5EF4-FFF2-40B4-BE49-F238E27FC236}">
                <a16:creationId xmlns:a16="http://schemas.microsoft.com/office/drawing/2014/main" id="{EE2B6328-DFAE-4C16-BBE2-3F1D63730D77}"/>
              </a:ext>
            </a:extLst>
          </p:cNvPr>
          <p:cNvSpPr>
            <a:spLocks noGrp="1"/>
          </p:cNvSpPr>
          <p:nvPr>
            <p:ph type="body" sz="quarter" idx="16" hasCustomPrompt="1"/>
          </p:nvPr>
        </p:nvSpPr>
        <p:spPr>
          <a:xfrm>
            <a:off x="4746321" y="4359407"/>
            <a:ext cx="1975781" cy="286232"/>
          </a:xfrm>
        </p:spPr>
        <p:txBody>
          <a:bodyPr/>
          <a:lstStyle>
            <a:lvl1pPr marL="0" indent="0">
              <a:buNone/>
              <a:defRPr sz="1400" b="1" cap="none" spc="0" baseline="0"/>
            </a:lvl1pPr>
          </a:lstStyle>
          <a:p>
            <a:pPr lvl="0"/>
            <a:r>
              <a:rPr lang="en-US" dirty="0"/>
              <a:t>Team Member Name</a:t>
            </a:r>
          </a:p>
        </p:txBody>
      </p:sp>
      <p:sp>
        <p:nvSpPr>
          <p:cNvPr id="28" name="Text Placeholder 15">
            <a:extLst>
              <a:ext uri="{FF2B5EF4-FFF2-40B4-BE49-F238E27FC236}">
                <a16:creationId xmlns:a16="http://schemas.microsoft.com/office/drawing/2014/main" id="{C1145EEB-05A8-4D20-A4D8-660132F32F30}"/>
              </a:ext>
            </a:extLst>
          </p:cNvPr>
          <p:cNvSpPr>
            <a:spLocks noGrp="1"/>
          </p:cNvSpPr>
          <p:nvPr>
            <p:ph type="body" sz="quarter" idx="17" hasCustomPrompt="1"/>
          </p:nvPr>
        </p:nvSpPr>
        <p:spPr>
          <a:xfrm>
            <a:off x="4746320" y="4662235"/>
            <a:ext cx="1975782" cy="286232"/>
          </a:xfrm>
        </p:spPr>
        <p:txBody>
          <a:bodyPr/>
          <a:lstStyle>
            <a:lvl1pPr marL="0" indent="0">
              <a:spcAft>
                <a:spcPts val="300"/>
              </a:spcAft>
              <a:buNone/>
              <a:defRPr sz="1400"/>
            </a:lvl1pPr>
            <a:lvl2pPr marL="228600" indent="0">
              <a:buNone/>
              <a:defRPr/>
            </a:lvl2pPr>
            <a:lvl3pPr marL="457200" indent="0">
              <a:buNone/>
              <a:defRPr/>
            </a:lvl3pPr>
            <a:lvl4pPr marL="685800" indent="0">
              <a:buNone/>
              <a:defRPr/>
            </a:lvl4pPr>
            <a:lvl5pPr marL="685800" indent="0">
              <a:buNone/>
              <a:defRPr/>
            </a:lvl5pPr>
          </a:lstStyle>
          <a:p>
            <a:pPr lvl="0"/>
            <a:r>
              <a:rPr lang="en-US" dirty="0"/>
              <a:t>Job title</a:t>
            </a:r>
          </a:p>
        </p:txBody>
      </p:sp>
      <p:sp>
        <p:nvSpPr>
          <p:cNvPr id="29" name="Text Placeholder 11">
            <a:extLst>
              <a:ext uri="{FF2B5EF4-FFF2-40B4-BE49-F238E27FC236}">
                <a16:creationId xmlns:a16="http://schemas.microsoft.com/office/drawing/2014/main" id="{70487B5E-DDF6-4E3E-AC41-0570E162DC69}"/>
              </a:ext>
            </a:extLst>
          </p:cNvPr>
          <p:cNvSpPr>
            <a:spLocks noGrp="1"/>
          </p:cNvSpPr>
          <p:nvPr>
            <p:ph type="body" sz="quarter" idx="18" hasCustomPrompt="1"/>
          </p:nvPr>
        </p:nvSpPr>
        <p:spPr>
          <a:xfrm>
            <a:off x="4746321" y="5246091"/>
            <a:ext cx="1975781" cy="286232"/>
          </a:xfrm>
        </p:spPr>
        <p:txBody>
          <a:bodyPr/>
          <a:lstStyle>
            <a:lvl1pPr marL="0" indent="0">
              <a:buNone/>
              <a:defRPr sz="1400" b="1" cap="none" spc="0" baseline="0"/>
            </a:lvl1pPr>
          </a:lstStyle>
          <a:p>
            <a:pPr lvl="0"/>
            <a:r>
              <a:rPr lang="en-US" dirty="0"/>
              <a:t>Team Member Name</a:t>
            </a:r>
          </a:p>
        </p:txBody>
      </p:sp>
      <p:sp>
        <p:nvSpPr>
          <p:cNvPr id="30" name="Text Placeholder 15">
            <a:extLst>
              <a:ext uri="{FF2B5EF4-FFF2-40B4-BE49-F238E27FC236}">
                <a16:creationId xmlns:a16="http://schemas.microsoft.com/office/drawing/2014/main" id="{68D1129E-1440-4671-A123-EDE175E5A4BB}"/>
              </a:ext>
            </a:extLst>
          </p:cNvPr>
          <p:cNvSpPr>
            <a:spLocks noGrp="1"/>
          </p:cNvSpPr>
          <p:nvPr>
            <p:ph type="body" sz="quarter" idx="19" hasCustomPrompt="1"/>
          </p:nvPr>
        </p:nvSpPr>
        <p:spPr>
          <a:xfrm>
            <a:off x="4746320" y="5540606"/>
            <a:ext cx="1975782" cy="286232"/>
          </a:xfrm>
        </p:spPr>
        <p:txBody>
          <a:bodyPr/>
          <a:lstStyle>
            <a:lvl1pPr marL="0" indent="0">
              <a:spcAft>
                <a:spcPts val="300"/>
              </a:spcAft>
              <a:buNone/>
              <a:defRPr sz="1400"/>
            </a:lvl1pPr>
            <a:lvl2pPr marL="228600" indent="0">
              <a:buNone/>
              <a:defRPr/>
            </a:lvl2pPr>
            <a:lvl3pPr marL="457200" indent="0">
              <a:buNone/>
              <a:defRPr/>
            </a:lvl3pPr>
            <a:lvl4pPr marL="685800" indent="0">
              <a:buNone/>
              <a:defRPr/>
            </a:lvl4pPr>
            <a:lvl5pPr marL="685800" indent="0">
              <a:buNone/>
              <a:defRPr/>
            </a:lvl5pPr>
          </a:lstStyle>
          <a:p>
            <a:pPr lvl="0"/>
            <a:r>
              <a:rPr lang="en-US" dirty="0"/>
              <a:t>Job title</a:t>
            </a:r>
          </a:p>
        </p:txBody>
      </p:sp>
      <p:sp>
        <p:nvSpPr>
          <p:cNvPr id="31" name="Text Placeholder 11">
            <a:extLst>
              <a:ext uri="{FF2B5EF4-FFF2-40B4-BE49-F238E27FC236}">
                <a16:creationId xmlns:a16="http://schemas.microsoft.com/office/drawing/2014/main" id="{5ABAEEC6-87AF-4338-A062-53E66B0D2DDC}"/>
              </a:ext>
            </a:extLst>
          </p:cNvPr>
          <p:cNvSpPr>
            <a:spLocks noGrp="1"/>
          </p:cNvSpPr>
          <p:nvPr>
            <p:ph type="body" sz="quarter" idx="20" hasCustomPrompt="1"/>
          </p:nvPr>
        </p:nvSpPr>
        <p:spPr>
          <a:xfrm>
            <a:off x="426596" y="5246091"/>
            <a:ext cx="1975781" cy="286232"/>
          </a:xfrm>
        </p:spPr>
        <p:txBody>
          <a:bodyPr/>
          <a:lstStyle>
            <a:lvl1pPr marL="0" indent="0">
              <a:buNone/>
              <a:defRPr sz="1400" b="1" cap="none" spc="0" baseline="0"/>
            </a:lvl1pPr>
          </a:lstStyle>
          <a:p>
            <a:pPr lvl="0"/>
            <a:r>
              <a:rPr lang="en-US" dirty="0"/>
              <a:t>Team Member Name</a:t>
            </a:r>
          </a:p>
        </p:txBody>
      </p:sp>
      <p:sp>
        <p:nvSpPr>
          <p:cNvPr id="32" name="Text Placeholder 15">
            <a:extLst>
              <a:ext uri="{FF2B5EF4-FFF2-40B4-BE49-F238E27FC236}">
                <a16:creationId xmlns:a16="http://schemas.microsoft.com/office/drawing/2014/main" id="{336BD77A-0153-4C9A-8633-8F8E7E95F4EE}"/>
              </a:ext>
            </a:extLst>
          </p:cNvPr>
          <p:cNvSpPr>
            <a:spLocks noGrp="1"/>
          </p:cNvSpPr>
          <p:nvPr>
            <p:ph type="body" sz="quarter" idx="21" hasCustomPrompt="1"/>
          </p:nvPr>
        </p:nvSpPr>
        <p:spPr>
          <a:xfrm>
            <a:off x="426595" y="5540606"/>
            <a:ext cx="1975782" cy="286232"/>
          </a:xfrm>
        </p:spPr>
        <p:txBody>
          <a:bodyPr/>
          <a:lstStyle>
            <a:lvl1pPr marL="0" indent="0">
              <a:spcAft>
                <a:spcPts val="300"/>
              </a:spcAft>
              <a:buNone/>
              <a:defRPr sz="1400"/>
            </a:lvl1pPr>
            <a:lvl2pPr marL="228600" indent="0">
              <a:buNone/>
              <a:defRPr/>
            </a:lvl2pPr>
            <a:lvl3pPr marL="457200" indent="0">
              <a:buNone/>
              <a:defRPr/>
            </a:lvl3pPr>
            <a:lvl4pPr marL="685800" indent="0">
              <a:buNone/>
              <a:defRPr/>
            </a:lvl4pPr>
            <a:lvl5pPr marL="685800" indent="0">
              <a:buNone/>
              <a:defRPr/>
            </a:lvl5pPr>
          </a:lstStyle>
          <a:p>
            <a:pPr lvl="0"/>
            <a:r>
              <a:rPr lang="en-US" dirty="0"/>
              <a:t>Job title</a:t>
            </a:r>
          </a:p>
        </p:txBody>
      </p:sp>
      <p:sp>
        <p:nvSpPr>
          <p:cNvPr id="33" name="Text Placeholder 11">
            <a:extLst>
              <a:ext uri="{FF2B5EF4-FFF2-40B4-BE49-F238E27FC236}">
                <a16:creationId xmlns:a16="http://schemas.microsoft.com/office/drawing/2014/main" id="{30E0E3ED-72B2-4C1E-A341-AEB721B27699}"/>
              </a:ext>
            </a:extLst>
          </p:cNvPr>
          <p:cNvSpPr>
            <a:spLocks noGrp="1"/>
          </p:cNvSpPr>
          <p:nvPr>
            <p:ph type="body" sz="quarter" idx="22" hasCustomPrompt="1"/>
          </p:nvPr>
        </p:nvSpPr>
        <p:spPr>
          <a:xfrm>
            <a:off x="2582363" y="5245954"/>
            <a:ext cx="1975781" cy="286232"/>
          </a:xfrm>
        </p:spPr>
        <p:txBody>
          <a:bodyPr/>
          <a:lstStyle>
            <a:lvl1pPr marL="0" indent="0">
              <a:buNone/>
              <a:defRPr sz="1400" b="1" cap="none" spc="0" baseline="0"/>
            </a:lvl1pPr>
          </a:lstStyle>
          <a:p>
            <a:pPr lvl="0"/>
            <a:r>
              <a:rPr lang="en-US" dirty="0"/>
              <a:t>Team Member Name</a:t>
            </a:r>
          </a:p>
        </p:txBody>
      </p:sp>
      <p:sp>
        <p:nvSpPr>
          <p:cNvPr id="34" name="Text Placeholder 15">
            <a:extLst>
              <a:ext uri="{FF2B5EF4-FFF2-40B4-BE49-F238E27FC236}">
                <a16:creationId xmlns:a16="http://schemas.microsoft.com/office/drawing/2014/main" id="{B41A6F8C-B10E-42C2-BC8E-E4E27E0AE94C}"/>
              </a:ext>
            </a:extLst>
          </p:cNvPr>
          <p:cNvSpPr>
            <a:spLocks noGrp="1"/>
          </p:cNvSpPr>
          <p:nvPr>
            <p:ph type="body" sz="quarter" idx="23" hasCustomPrompt="1"/>
          </p:nvPr>
        </p:nvSpPr>
        <p:spPr>
          <a:xfrm>
            <a:off x="2582362" y="5540469"/>
            <a:ext cx="1975782" cy="286232"/>
          </a:xfrm>
        </p:spPr>
        <p:txBody>
          <a:bodyPr/>
          <a:lstStyle>
            <a:lvl1pPr marL="0" indent="0">
              <a:spcAft>
                <a:spcPts val="300"/>
              </a:spcAft>
              <a:buNone/>
              <a:defRPr sz="1400"/>
            </a:lvl1pPr>
            <a:lvl2pPr marL="228600" indent="0">
              <a:buNone/>
              <a:defRPr/>
            </a:lvl2pPr>
            <a:lvl3pPr marL="457200" indent="0">
              <a:buNone/>
              <a:defRPr/>
            </a:lvl3pPr>
            <a:lvl4pPr marL="685800" indent="0">
              <a:buNone/>
              <a:defRPr/>
            </a:lvl4pPr>
            <a:lvl5pPr marL="685800" indent="0">
              <a:buNone/>
              <a:defRPr/>
            </a:lvl5pPr>
          </a:lstStyle>
          <a:p>
            <a:pPr lvl="0"/>
            <a:r>
              <a:rPr lang="en-US" dirty="0"/>
              <a:t>Job title</a:t>
            </a:r>
          </a:p>
        </p:txBody>
      </p:sp>
    </p:spTree>
    <p:extLst>
      <p:ext uri="{BB962C8B-B14F-4D97-AF65-F5344CB8AC3E}">
        <p14:creationId xmlns:p14="http://schemas.microsoft.com/office/powerpoint/2010/main" val="2798414344"/>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_1">
    <p:bg>
      <p:bgPr>
        <a:solidFill>
          <a:schemeClr val="bg1"/>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425038" y="1365662"/>
            <a:ext cx="11430000" cy="3293209"/>
          </a:xfrm>
        </p:spPr>
        <p:txBody>
          <a:bodyPr vert="horz" wrap="square" lIns="0" tIns="45720" rIns="0" bIns="45720" rtlCol="0">
            <a:sp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dirty="0"/>
              <a:t>Enter agenda items</a:t>
            </a:r>
          </a:p>
          <a:p>
            <a:pPr marL="457200" lvl="1" indent="-457200">
              <a:spcAft>
                <a:spcPts val="3000"/>
              </a:spcAft>
              <a:buClr>
                <a:schemeClr val="tx1"/>
              </a:buClr>
            </a:pPr>
            <a:r>
              <a:rPr lang="en-US" dirty="0"/>
              <a:t>Second level</a:t>
            </a:r>
          </a:p>
          <a:p>
            <a:pPr marL="457200" lvl="2" indent="-457200">
              <a:spcAft>
                <a:spcPts val="3000"/>
              </a:spcAft>
              <a:buClr>
                <a:schemeClr val="tx1"/>
              </a:buClr>
            </a:pPr>
            <a:r>
              <a:rPr lang="en-US" dirty="0"/>
              <a:t>Third level</a:t>
            </a:r>
          </a:p>
          <a:p>
            <a:pPr marL="457200" lvl="3" indent="-457200">
              <a:spcAft>
                <a:spcPts val="3000"/>
              </a:spcAft>
              <a:buClr>
                <a:schemeClr val="tx1"/>
              </a:buClr>
            </a:pPr>
            <a:r>
              <a:rPr lang="en-US" dirty="0"/>
              <a:t>Fourth level</a:t>
            </a:r>
          </a:p>
          <a:p>
            <a:pPr marL="457200" lvl="4" indent="-457200">
              <a:spcAft>
                <a:spcPts val="3000"/>
              </a:spcAft>
              <a:buClr>
                <a:schemeClr val="tx1"/>
              </a:buClr>
            </a:pPr>
            <a:r>
              <a:rPr lang="en-US" dirty="0"/>
              <a:t>Fifth level</a:t>
            </a:r>
          </a:p>
        </p:txBody>
      </p:sp>
      <p:sp>
        <p:nvSpPr>
          <p:cNvPr id="5" name="Title 1">
            <a:extLst>
              <a:ext uri="{FF2B5EF4-FFF2-40B4-BE49-F238E27FC236}">
                <a16:creationId xmlns:a16="http://schemas.microsoft.com/office/drawing/2014/main" id="{A175166B-DC8C-4D02-820A-E0D358716306}"/>
              </a:ext>
            </a:extLst>
          </p:cNvPr>
          <p:cNvSpPr>
            <a:spLocks noGrp="1"/>
          </p:cNvSpPr>
          <p:nvPr>
            <p:ph type="title" hasCustomPrompt="1"/>
          </p:nvPr>
        </p:nvSpPr>
        <p:spPr>
          <a:xfrm>
            <a:off x="425038" y="355377"/>
            <a:ext cx="11430000" cy="638175"/>
          </a:xfrm>
        </p:spPr>
        <p:txBody>
          <a:bodyPr/>
          <a:lstStyle>
            <a:lvl1pPr>
              <a:defRPr/>
            </a:lvl1pPr>
          </a:lstStyle>
          <a:p>
            <a:r>
              <a:rPr lang="en-US"/>
              <a:t>Agenda layout</a:t>
            </a:r>
          </a:p>
        </p:txBody>
      </p:sp>
      <p:sp>
        <p:nvSpPr>
          <p:cNvPr id="6" name="Slide Number Placeholder 5">
            <a:extLst>
              <a:ext uri="{FF2B5EF4-FFF2-40B4-BE49-F238E27FC236}">
                <a16:creationId xmlns:a16="http://schemas.microsoft.com/office/drawing/2014/main" id="{DD57C718-E775-4DF5-9FB4-61276188D583}"/>
              </a:ext>
            </a:extLst>
          </p:cNvPr>
          <p:cNvSpPr>
            <a:spLocks noGrp="1"/>
          </p:cNvSpPr>
          <p:nvPr>
            <p:ph type="sldNum" sz="quarter" idx="13"/>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295743515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C80C750-A3DA-DD57-9D7D-AE81CEF72200}"/>
              </a:ext>
            </a:extLst>
          </p:cNvPr>
          <p:cNvSpPr/>
          <p:nvPr userDrawn="1"/>
        </p:nvSpPr>
        <p:spPr>
          <a:xfrm>
            <a:off x="6096000" y="342900"/>
            <a:ext cx="5753100" cy="5867400"/>
          </a:xfrm>
          <a:prstGeom prst="roundRect">
            <a:avLst>
              <a:gd name="adj" fmla="val 416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6368415" y="582592"/>
            <a:ext cx="5246370" cy="5349916"/>
          </a:xfrm>
          <a:prstGeom prst="rect">
            <a:avLst/>
          </a:prstGeom>
          <a:noFill/>
        </p:spPr>
        <p:txBody>
          <a:bodyPr vert="horz" wrap="square" lIns="0" tIns="91440" rIns="0" bIns="274320" rtlCol="0">
            <a:norm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a:t>Enter agenda items</a:t>
            </a:r>
          </a:p>
          <a:p>
            <a:pPr marL="457200" lvl="1" indent="-457200">
              <a:spcAft>
                <a:spcPts val="3000"/>
              </a:spcAft>
              <a:buClr>
                <a:schemeClr val="tx1"/>
              </a:buClr>
            </a:pPr>
            <a:r>
              <a:rPr lang="en-US"/>
              <a:t>Second level</a:t>
            </a:r>
          </a:p>
          <a:p>
            <a:pPr marL="457200" lvl="2" indent="-457200">
              <a:spcAft>
                <a:spcPts val="3000"/>
              </a:spcAft>
              <a:buClr>
                <a:schemeClr val="tx1"/>
              </a:buClr>
            </a:pPr>
            <a:r>
              <a:rPr lang="en-US"/>
              <a:t>Third level</a:t>
            </a:r>
          </a:p>
          <a:p>
            <a:pPr marL="457200" lvl="3" indent="-457200">
              <a:spcAft>
                <a:spcPts val="3000"/>
              </a:spcAft>
              <a:buClr>
                <a:schemeClr val="tx1"/>
              </a:buClr>
            </a:pPr>
            <a:r>
              <a:rPr lang="en-US"/>
              <a:t>Fourth level</a:t>
            </a:r>
          </a:p>
          <a:p>
            <a:pPr marL="457200" lvl="4" indent="-457200">
              <a:spcAft>
                <a:spcPts val="3000"/>
              </a:spcAft>
              <a:buClr>
                <a:schemeClr val="tx1"/>
              </a:buClr>
            </a:pPr>
            <a:r>
              <a:rPr lang="en-US"/>
              <a:t>Fifth level</a:t>
            </a:r>
          </a:p>
        </p:txBody>
      </p:sp>
      <p:sp>
        <p:nvSpPr>
          <p:cNvPr id="5" name="Title 1">
            <a:extLst>
              <a:ext uri="{FF2B5EF4-FFF2-40B4-BE49-F238E27FC236}">
                <a16:creationId xmlns:a16="http://schemas.microsoft.com/office/drawing/2014/main" id="{A175166B-DC8C-4D02-820A-E0D358716306}"/>
              </a:ext>
            </a:extLst>
          </p:cNvPr>
          <p:cNvSpPr>
            <a:spLocks noGrp="1"/>
          </p:cNvSpPr>
          <p:nvPr>
            <p:ph type="title" hasCustomPrompt="1"/>
          </p:nvPr>
        </p:nvSpPr>
        <p:spPr>
          <a:xfrm>
            <a:off x="425038" y="2938462"/>
            <a:ext cx="5219700" cy="638175"/>
          </a:xfrm>
        </p:spPr>
        <p:txBody>
          <a:bodyPr anchor="ctr"/>
          <a:lstStyle>
            <a:lvl1pPr>
              <a:defRPr/>
            </a:lvl1pPr>
          </a:lstStyle>
          <a:p>
            <a:r>
              <a:rPr lang="en-US"/>
              <a:t>Agenda layout</a:t>
            </a:r>
          </a:p>
        </p:txBody>
      </p:sp>
      <p:pic>
        <p:nvPicPr>
          <p:cNvPr id="12" name="Graphic 11">
            <a:extLst>
              <a:ext uri="{FF2B5EF4-FFF2-40B4-BE49-F238E27FC236}">
                <a16:creationId xmlns:a16="http://schemas.microsoft.com/office/drawing/2014/main" id="{EB950FD9-0857-BC4D-D724-141D5EC11C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68415" y="5720715"/>
            <a:ext cx="228600" cy="228600"/>
          </a:xfrm>
          <a:prstGeom prst="rect">
            <a:avLst/>
          </a:prstGeom>
        </p:spPr>
      </p:pic>
      <p:sp>
        <p:nvSpPr>
          <p:cNvPr id="6" name="Slide Number Placeholder 5">
            <a:extLst>
              <a:ext uri="{FF2B5EF4-FFF2-40B4-BE49-F238E27FC236}">
                <a16:creationId xmlns:a16="http://schemas.microsoft.com/office/drawing/2014/main" id="{425622D6-3F16-A260-3FBE-FA9B9C6F20D7}"/>
              </a:ext>
            </a:extLst>
          </p:cNvPr>
          <p:cNvSpPr>
            <a:spLocks noGrp="1"/>
          </p:cNvSpPr>
          <p:nvPr>
            <p:ph type="sldNum" sz="quarter" idx="13"/>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48583375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3">
    <p:bg>
      <p:bgPr>
        <a:solidFill>
          <a:schemeClr val="bg1"/>
        </a:solidFill>
        <a:effectLst/>
      </p:bgPr>
    </p:bg>
    <p:spTree>
      <p:nvGrpSpPr>
        <p:cNvPr id="1" name=""/>
        <p:cNvGrpSpPr/>
        <p:nvPr/>
      </p:nvGrpSpPr>
      <p:grpSpPr>
        <a:xfrm>
          <a:off x="0" y="0"/>
          <a:ext cx="0" cy="0"/>
          <a:chOff x="0" y="0"/>
          <a:chExt cx="0" cy="0"/>
        </a:xfrm>
      </p:grpSpPr>
      <p:sp>
        <p:nvSpPr>
          <p:cNvPr id="59" name="Rectangle: Rounded Corners 14">
            <a:extLst>
              <a:ext uri="{FF2B5EF4-FFF2-40B4-BE49-F238E27FC236}">
                <a16:creationId xmlns:a16="http://schemas.microsoft.com/office/drawing/2014/main" id="{90CAB64E-C3D8-D3B4-BDBE-B1CFA3F66B17}"/>
              </a:ext>
            </a:extLst>
          </p:cNvPr>
          <p:cNvSpPr/>
          <p:nvPr userDrawn="1"/>
        </p:nvSpPr>
        <p:spPr>
          <a:xfrm>
            <a:off x="421483"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9" name="Rectangle: Rounded Corners 14">
            <a:extLst>
              <a:ext uri="{FF2B5EF4-FFF2-40B4-BE49-F238E27FC236}">
                <a16:creationId xmlns:a16="http://schemas.microsoft.com/office/drawing/2014/main" id="{AC58A4AF-5F75-90B5-E2D5-B6AD307D8E47}"/>
              </a:ext>
            </a:extLst>
          </p:cNvPr>
          <p:cNvSpPr/>
          <p:nvPr userDrawn="1"/>
        </p:nvSpPr>
        <p:spPr>
          <a:xfrm>
            <a:off x="421483"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38" name="Text Placeholder 37">
            <a:extLst>
              <a:ext uri="{FF2B5EF4-FFF2-40B4-BE49-F238E27FC236}">
                <a16:creationId xmlns:a16="http://schemas.microsoft.com/office/drawing/2014/main" id="{2059F353-311B-F409-C62D-0FFAB22CC7EC}"/>
              </a:ext>
            </a:extLst>
          </p:cNvPr>
          <p:cNvSpPr>
            <a:spLocks noGrp="1"/>
          </p:cNvSpPr>
          <p:nvPr>
            <p:ph type="body" sz="quarter" idx="12" hasCustomPrompt="1"/>
          </p:nvPr>
        </p:nvSpPr>
        <p:spPr>
          <a:xfrm>
            <a:off x="1702543" y="2794197"/>
            <a:ext cx="1884680" cy="400110"/>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Section title</a:t>
            </a:r>
          </a:p>
        </p:txBody>
      </p:sp>
      <p:sp>
        <p:nvSpPr>
          <p:cNvPr id="39" name="Text Placeholder 37">
            <a:extLst>
              <a:ext uri="{FF2B5EF4-FFF2-40B4-BE49-F238E27FC236}">
                <a16:creationId xmlns:a16="http://schemas.microsoft.com/office/drawing/2014/main" id="{F7711304-137D-F984-FCB7-ABDFAF726FBF}"/>
              </a:ext>
            </a:extLst>
          </p:cNvPr>
          <p:cNvSpPr>
            <a:spLocks noGrp="1"/>
          </p:cNvSpPr>
          <p:nvPr>
            <p:ph type="body" sz="quarter" idx="13" hasCustomPrompt="1"/>
          </p:nvPr>
        </p:nvSpPr>
        <p:spPr>
          <a:xfrm>
            <a:off x="570756" y="2388859"/>
            <a:ext cx="876106" cy="923330"/>
          </a:xfrm>
        </p:spPr>
        <p:txBody>
          <a:bodyPr anchor="ctr"/>
          <a:lstStyle>
            <a:lvl1pPr marL="0" indent="0" algn="r">
              <a:lnSpc>
                <a:spcPct val="100000"/>
              </a:lnSpc>
              <a:buNone/>
              <a:defRPr lang="en-US" sz="5400" b="1" i="0" kern="1200" spc="-150" dirty="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01</a:t>
            </a:r>
          </a:p>
        </p:txBody>
      </p:sp>
      <p:sp>
        <p:nvSpPr>
          <p:cNvPr id="47" name="Text Placeholder 37">
            <a:extLst>
              <a:ext uri="{FF2B5EF4-FFF2-40B4-BE49-F238E27FC236}">
                <a16:creationId xmlns:a16="http://schemas.microsoft.com/office/drawing/2014/main" id="{953B5177-9BDA-5DF1-2654-40F84CED969A}"/>
              </a:ext>
            </a:extLst>
          </p:cNvPr>
          <p:cNvSpPr>
            <a:spLocks noGrp="1"/>
          </p:cNvSpPr>
          <p:nvPr>
            <p:ph type="body" sz="quarter" idx="18" hasCustomPrompt="1"/>
          </p:nvPr>
        </p:nvSpPr>
        <p:spPr>
          <a:xfrm>
            <a:off x="1702543" y="4925414"/>
            <a:ext cx="1884680" cy="400110"/>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Section title</a:t>
            </a:r>
          </a:p>
        </p:txBody>
      </p:sp>
      <p:sp>
        <p:nvSpPr>
          <p:cNvPr id="48" name="Text Placeholder 37">
            <a:extLst>
              <a:ext uri="{FF2B5EF4-FFF2-40B4-BE49-F238E27FC236}">
                <a16:creationId xmlns:a16="http://schemas.microsoft.com/office/drawing/2014/main" id="{7BC2DADC-7A2D-0BE5-97F0-FB06ADCD454D}"/>
              </a:ext>
            </a:extLst>
          </p:cNvPr>
          <p:cNvSpPr>
            <a:spLocks noGrp="1"/>
          </p:cNvSpPr>
          <p:nvPr>
            <p:ph type="body" sz="quarter" idx="19" hasCustomPrompt="1"/>
          </p:nvPr>
        </p:nvSpPr>
        <p:spPr>
          <a:xfrm>
            <a:off x="570756" y="4520076"/>
            <a:ext cx="876106" cy="923330"/>
          </a:xfrm>
        </p:spPr>
        <p:txBody>
          <a:bodyPr anchor="ctr"/>
          <a:lstStyle>
            <a:lvl1pPr marL="0" indent="0" algn="r">
              <a:lnSpc>
                <a:spcPct val="100000"/>
              </a:lnSpc>
              <a:buNone/>
              <a:defRPr lang="en-US" sz="5400" b="1" i="0" kern="1200" spc="-150" dirty="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01</a:t>
            </a:r>
          </a:p>
        </p:txBody>
      </p:sp>
      <p:sp>
        <p:nvSpPr>
          <p:cNvPr id="2" name="Title 1">
            <a:extLst>
              <a:ext uri="{FF2B5EF4-FFF2-40B4-BE49-F238E27FC236}">
                <a16:creationId xmlns:a16="http://schemas.microsoft.com/office/drawing/2014/main" id="{EA4D24A8-EBF2-4C49-BC69-1DFF588B45A9}"/>
              </a:ext>
            </a:extLst>
          </p:cNvPr>
          <p:cNvSpPr>
            <a:spLocks noGrp="1"/>
          </p:cNvSpPr>
          <p:nvPr>
            <p:ph type="title" hasCustomPrompt="1"/>
          </p:nvPr>
        </p:nvSpPr>
        <p:spPr>
          <a:xfrm>
            <a:off x="419100" y="361315"/>
            <a:ext cx="11430000" cy="638175"/>
          </a:xfrm>
        </p:spPr>
        <p:txBody>
          <a:bodyPr/>
          <a:lstStyle>
            <a:lvl1pPr>
              <a:defRPr/>
            </a:lvl1pPr>
          </a:lstStyle>
          <a:p>
            <a:r>
              <a:rPr lang="en-US"/>
              <a:t>Agenda layout</a:t>
            </a:r>
          </a:p>
        </p:txBody>
      </p:sp>
      <p:sp>
        <p:nvSpPr>
          <p:cNvPr id="3" name="Rectangle: Rounded Corners 14">
            <a:extLst>
              <a:ext uri="{FF2B5EF4-FFF2-40B4-BE49-F238E27FC236}">
                <a16:creationId xmlns:a16="http://schemas.microsoft.com/office/drawing/2014/main" id="{A5B475CB-72C2-5DA6-7F4B-A11AA9DCF4BD}"/>
              </a:ext>
            </a:extLst>
          </p:cNvPr>
          <p:cNvSpPr/>
          <p:nvPr userDrawn="1"/>
        </p:nvSpPr>
        <p:spPr>
          <a:xfrm>
            <a:off x="8248904"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4" name="Text Placeholder 37">
            <a:extLst>
              <a:ext uri="{FF2B5EF4-FFF2-40B4-BE49-F238E27FC236}">
                <a16:creationId xmlns:a16="http://schemas.microsoft.com/office/drawing/2014/main" id="{98BA58F2-33BE-123D-9CEF-7FFCF6EB2A59}"/>
              </a:ext>
            </a:extLst>
          </p:cNvPr>
          <p:cNvSpPr>
            <a:spLocks noGrp="1"/>
          </p:cNvSpPr>
          <p:nvPr>
            <p:ph type="body" sz="quarter" idx="20" hasCustomPrompt="1"/>
          </p:nvPr>
        </p:nvSpPr>
        <p:spPr>
          <a:xfrm>
            <a:off x="9529964" y="2794197"/>
            <a:ext cx="1884680" cy="400110"/>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Section title</a:t>
            </a:r>
          </a:p>
        </p:txBody>
      </p:sp>
      <p:sp>
        <p:nvSpPr>
          <p:cNvPr id="5" name="Text Placeholder 37">
            <a:extLst>
              <a:ext uri="{FF2B5EF4-FFF2-40B4-BE49-F238E27FC236}">
                <a16:creationId xmlns:a16="http://schemas.microsoft.com/office/drawing/2014/main" id="{7D8258AA-317E-2D75-0695-DAF7CA706EC7}"/>
              </a:ext>
            </a:extLst>
          </p:cNvPr>
          <p:cNvSpPr>
            <a:spLocks noGrp="1"/>
          </p:cNvSpPr>
          <p:nvPr>
            <p:ph type="body" sz="quarter" idx="21" hasCustomPrompt="1"/>
          </p:nvPr>
        </p:nvSpPr>
        <p:spPr>
          <a:xfrm>
            <a:off x="8398177" y="2388859"/>
            <a:ext cx="876106" cy="923330"/>
          </a:xfrm>
        </p:spPr>
        <p:txBody>
          <a:bodyPr anchor="ctr"/>
          <a:lstStyle>
            <a:lvl1pPr marL="0" indent="0" algn="r">
              <a:lnSpc>
                <a:spcPct val="100000"/>
              </a:lnSpc>
              <a:buNone/>
              <a:defRPr lang="en-US" sz="5400" b="1" i="0" kern="1200" spc="-150" dirty="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01</a:t>
            </a:r>
          </a:p>
        </p:txBody>
      </p:sp>
      <p:sp>
        <p:nvSpPr>
          <p:cNvPr id="6" name="Rectangle: Rounded Corners 14">
            <a:extLst>
              <a:ext uri="{FF2B5EF4-FFF2-40B4-BE49-F238E27FC236}">
                <a16:creationId xmlns:a16="http://schemas.microsoft.com/office/drawing/2014/main" id="{6FC7776F-E0BD-07D6-3B13-FA34C298FA42}"/>
              </a:ext>
            </a:extLst>
          </p:cNvPr>
          <p:cNvSpPr/>
          <p:nvPr userDrawn="1"/>
        </p:nvSpPr>
        <p:spPr>
          <a:xfrm>
            <a:off x="4335193"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7" name="Text Placeholder 37">
            <a:extLst>
              <a:ext uri="{FF2B5EF4-FFF2-40B4-BE49-F238E27FC236}">
                <a16:creationId xmlns:a16="http://schemas.microsoft.com/office/drawing/2014/main" id="{22CD3051-126F-857F-1DC9-D67B4E2B2BE9}"/>
              </a:ext>
            </a:extLst>
          </p:cNvPr>
          <p:cNvSpPr>
            <a:spLocks noGrp="1"/>
          </p:cNvSpPr>
          <p:nvPr>
            <p:ph type="body" sz="quarter" idx="22" hasCustomPrompt="1"/>
          </p:nvPr>
        </p:nvSpPr>
        <p:spPr>
          <a:xfrm>
            <a:off x="5616253" y="2794197"/>
            <a:ext cx="1884680" cy="400110"/>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Section title</a:t>
            </a:r>
          </a:p>
        </p:txBody>
      </p:sp>
      <p:sp>
        <p:nvSpPr>
          <p:cNvPr id="8" name="Text Placeholder 37">
            <a:extLst>
              <a:ext uri="{FF2B5EF4-FFF2-40B4-BE49-F238E27FC236}">
                <a16:creationId xmlns:a16="http://schemas.microsoft.com/office/drawing/2014/main" id="{5B8DF3FE-9334-6C10-0274-C5A73AFEE1CE}"/>
              </a:ext>
            </a:extLst>
          </p:cNvPr>
          <p:cNvSpPr>
            <a:spLocks noGrp="1"/>
          </p:cNvSpPr>
          <p:nvPr>
            <p:ph type="body" sz="quarter" idx="23" hasCustomPrompt="1"/>
          </p:nvPr>
        </p:nvSpPr>
        <p:spPr>
          <a:xfrm>
            <a:off x="4484466" y="2388859"/>
            <a:ext cx="876106" cy="923330"/>
          </a:xfrm>
        </p:spPr>
        <p:txBody>
          <a:bodyPr anchor="ctr"/>
          <a:lstStyle>
            <a:lvl1pPr marL="0" indent="0" algn="r">
              <a:lnSpc>
                <a:spcPct val="100000"/>
              </a:lnSpc>
              <a:buNone/>
              <a:defRPr lang="en-US" sz="5400" b="1" i="0" kern="1200" spc="-150" dirty="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01</a:t>
            </a:r>
          </a:p>
        </p:txBody>
      </p:sp>
      <p:sp>
        <p:nvSpPr>
          <p:cNvPr id="10" name="Rectangle: Rounded Corners 14">
            <a:extLst>
              <a:ext uri="{FF2B5EF4-FFF2-40B4-BE49-F238E27FC236}">
                <a16:creationId xmlns:a16="http://schemas.microsoft.com/office/drawing/2014/main" id="{F1D15092-6C97-448C-5A10-94969E090303}"/>
              </a:ext>
            </a:extLst>
          </p:cNvPr>
          <p:cNvSpPr/>
          <p:nvPr userDrawn="1"/>
        </p:nvSpPr>
        <p:spPr>
          <a:xfrm>
            <a:off x="4335193"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11" name="Text Placeholder 37">
            <a:extLst>
              <a:ext uri="{FF2B5EF4-FFF2-40B4-BE49-F238E27FC236}">
                <a16:creationId xmlns:a16="http://schemas.microsoft.com/office/drawing/2014/main" id="{73E22F3E-D239-535A-31BB-7FA69E425ACF}"/>
              </a:ext>
            </a:extLst>
          </p:cNvPr>
          <p:cNvSpPr>
            <a:spLocks noGrp="1"/>
          </p:cNvSpPr>
          <p:nvPr>
            <p:ph type="body" sz="quarter" idx="24" hasCustomPrompt="1"/>
          </p:nvPr>
        </p:nvSpPr>
        <p:spPr>
          <a:xfrm>
            <a:off x="5616253" y="4925414"/>
            <a:ext cx="1884680" cy="400110"/>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Section title</a:t>
            </a:r>
          </a:p>
        </p:txBody>
      </p:sp>
      <p:sp>
        <p:nvSpPr>
          <p:cNvPr id="12" name="Text Placeholder 37">
            <a:extLst>
              <a:ext uri="{FF2B5EF4-FFF2-40B4-BE49-F238E27FC236}">
                <a16:creationId xmlns:a16="http://schemas.microsoft.com/office/drawing/2014/main" id="{86E3BFD3-9F94-F9A8-81E8-0EB2B39F6B47}"/>
              </a:ext>
            </a:extLst>
          </p:cNvPr>
          <p:cNvSpPr>
            <a:spLocks noGrp="1"/>
          </p:cNvSpPr>
          <p:nvPr>
            <p:ph type="body" sz="quarter" idx="25" hasCustomPrompt="1"/>
          </p:nvPr>
        </p:nvSpPr>
        <p:spPr>
          <a:xfrm>
            <a:off x="4484466" y="4520076"/>
            <a:ext cx="876106" cy="923330"/>
          </a:xfrm>
        </p:spPr>
        <p:txBody>
          <a:bodyPr anchor="ctr"/>
          <a:lstStyle>
            <a:lvl1pPr marL="0" indent="0" algn="r">
              <a:lnSpc>
                <a:spcPct val="100000"/>
              </a:lnSpc>
              <a:buNone/>
              <a:defRPr lang="en-US" sz="5400" b="1" i="0" kern="1200" spc="-150" dirty="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01</a:t>
            </a:r>
          </a:p>
        </p:txBody>
      </p:sp>
      <p:sp>
        <p:nvSpPr>
          <p:cNvPr id="13" name="Rectangle: Rounded Corners 14">
            <a:extLst>
              <a:ext uri="{FF2B5EF4-FFF2-40B4-BE49-F238E27FC236}">
                <a16:creationId xmlns:a16="http://schemas.microsoft.com/office/drawing/2014/main" id="{668F1842-A029-8577-1313-202C5B12D1E5}"/>
              </a:ext>
            </a:extLst>
          </p:cNvPr>
          <p:cNvSpPr/>
          <p:nvPr userDrawn="1"/>
        </p:nvSpPr>
        <p:spPr>
          <a:xfrm>
            <a:off x="8251327"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14" name="Text Placeholder 37">
            <a:extLst>
              <a:ext uri="{FF2B5EF4-FFF2-40B4-BE49-F238E27FC236}">
                <a16:creationId xmlns:a16="http://schemas.microsoft.com/office/drawing/2014/main" id="{DE014517-16BD-2C94-81FC-CDCCF037A972}"/>
              </a:ext>
            </a:extLst>
          </p:cNvPr>
          <p:cNvSpPr>
            <a:spLocks noGrp="1"/>
          </p:cNvSpPr>
          <p:nvPr>
            <p:ph type="body" sz="quarter" idx="26" hasCustomPrompt="1"/>
          </p:nvPr>
        </p:nvSpPr>
        <p:spPr>
          <a:xfrm>
            <a:off x="9532387" y="4925414"/>
            <a:ext cx="1884680" cy="400110"/>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Section title</a:t>
            </a:r>
          </a:p>
        </p:txBody>
      </p:sp>
      <p:sp>
        <p:nvSpPr>
          <p:cNvPr id="15" name="Text Placeholder 37">
            <a:extLst>
              <a:ext uri="{FF2B5EF4-FFF2-40B4-BE49-F238E27FC236}">
                <a16:creationId xmlns:a16="http://schemas.microsoft.com/office/drawing/2014/main" id="{9284299F-26A3-0F49-D21E-DA27D1F3DCB6}"/>
              </a:ext>
            </a:extLst>
          </p:cNvPr>
          <p:cNvSpPr>
            <a:spLocks noGrp="1"/>
          </p:cNvSpPr>
          <p:nvPr>
            <p:ph type="body" sz="quarter" idx="27" hasCustomPrompt="1"/>
          </p:nvPr>
        </p:nvSpPr>
        <p:spPr>
          <a:xfrm>
            <a:off x="8400600" y="4520076"/>
            <a:ext cx="876106" cy="923330"/>
          </a:xfrm>
        </p:spPr>
        <p:txBody>
          <a:bodyPr anchor="ctr"/>
          <a:lstStyle>
            <a:lvl1pPr marL="0" indent="0" algn="r">
              <a:lnSpc>
                <a:spcPct val="100000"/>
              </a:lnSpc>
              <a:buNone/>
              <a:defRPr lang="en-US" sz="5400" b="1" i="0" kern="1200" spc="-150" dirty="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01</a:t>
            </a:r>
          </a:p>
        </p:txBody>
      </p:sp>
      <p:sp>
        <p:nvSpPr>
          <p:cNvPr id="18" name="Slide Number Placeholder 17">
            <a:extLst>
              <a:ext uri="{FF2B5EF4-FFF2-40B4-BE49-F238E27FC236}">
                <a16:creationId xmlns:a16="http://schemas.microsoft.com/office/drawing/2014/main" id="{02C4DF39-1F49-DBC8-F6FD-876FE463A1E4}"/>
              </a:ext>
            </a:extLst>
          </p:cNvPr>
          <p:cNvSpPr>
            <a:spLocks noGrp="1"/>
          </p:cNvSpPr>
          <p:nvPr>
            <p:ph type="sldNum" sz="quarter" idx="30"/>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132207719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3FA-018C-42B4-99E2-A1521E83ABDD}"/>
              </a:ext>
            </a:extLst>
          </p:cNvPr>
          <p:cNvSpPr>
            <a:spLocks noGrp="1"/>
          </p:cNvSpPr>
          <p:nvPr>
            <p:ph type="title" hasCustomPrompt="1"/>
          </p:nvPr>
        </p:nvSpPr>
        <p:spPr>
          <a:xfrm>
            <a:off x="-1" y="-647700"/>
            <a:ext cx="12479867" cy="638175"/>
          </a:xfrm>
        </p:spPr>
        <p:txBody>
          <a:bodyPr/>
          <a:lstStyle>
            <a:lvl1pPr>
              <a:defRPr sz="2000">
                <a:solidFill>
                  <a:schemeClr val="bg1">
                    <a:lumMod val="65000"/>
                    <a:lumOff val="35000"/>
                  </a:schemeClr>
                </a:solidFill>
              </a:defRPr>
            </a:lvl1pPr>
          </a:lstStyle>
          <a:p>
            <a:r>
              <a:rPr lang="en-US"/>
              <a:t>Blank layout (enter descriptive title here for accessibility)</a:t>
            </a:r>
          </a:p>
        </p:txBody>
      </p:sp>
      <p:sp>
        <p:nvSpPr>
          <p:cNvPr id="8" name="Slide Number Placeholder 7">
            <a:extLst>
              <a:ext uri="{FF2B5EF4-FFF2-40B4-BE49-F238E27FC236}">
                <a16:creationId xmlns:a16="http://schemas.microsoft.com/office/drawing/2014/main" id="{43351B0B-4730-A5F7-9C73-DBFF43EC267D}"/>
              </a:ext>
            </a:extLst>
          </p:cNvPr>
          <p:cNvSpPr>
            <a:spLocks noGrp="1"/>
          </p:cNvSpPr>
          <p:nvPr>
            <p:ph type="sldNum" sz="quarter" idx="12"/>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45626815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425038" y="355015"/>
            <a:ext cx="11430001" cy="638175"/>
          </a:xfrm>
        </p:spPr>
        <p:txBody>
          <a:bodyPr/>
          <a:lstStyle>
            <a:lvl1pPr>
              <a:defRPr/>
            </a:lvl1pPr>
          </a:lstStyle>
          <a:p>
            <a:r>
              <a:rPr lang="en-US" dirty="0"/>
              <a:t>Title only layout</a:t>
            </a:r>
          </a:p>
        </p:txBody>
      </p:sp>
      <p:sp>
        <p:nvSpPr>
          <p:cNvPr id="5" name="Slide Number Placeholder 4">
            <a:extLst>
              <a:ext uri="{FF2B5EF4-FFF2-40B4-BE49-F238E27FC236}">
                <a16:creationId xmlns:a16="http://schemas.microsoft.com/office/drawing/2014/main" id="{BA3966A8-AECE-9EF1-2847-B761F8CE4598}"/>
              </a:ext>
            </a:extLst>
          </p:cNvPr>
          <p:cNvSpPr>
            <a:spLocks noGrp="1"/>
          </p:cNvSpPr>
          <p:nvPr>
            <p:ph type="sldNum" sz="quarter" idx="12"/>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53024196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9B2D-B36B-40AC-9254-12739BCD5930}"/>
              </a:ext>
            </a:extLst>
          </p:cNvPr>
          <p:cNvSpPr>
            <a:spLocks noGrp="1"/>
          </p:cNvSpPr>
          <p:nvPr>
            <p:ph type="title" hasCustomPrompt="1"/>
          </p:nvPr>
        </p:nvSpPr>
        <p:spPr/>
        <p:txBody>
          <a:bodyPr/>
          <a:lstStyle>
            <a:lvl1pPr>
              <a:defRPr/>
            </a:lvl1pPr>
          </a:lstStyle>
          <a:p>
            <a:r>
              <a:rPr lang="en-US"/>
              <a:t>Title and content layout</a:t>
            </a:r>
          </a:p>
        </p:txBody>
      </p:sp>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a:xfrm>
            <a:off x="425038" y="1384288"/>
            <a:ext cx="11430001"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A9A2C92-0063-42D8-40C4-32110FF130B1}"/>
              </a:ext>
            </a:extLst>
          </p:cNvPr>
          <p:cNvSpPr>
            <a:spLocks noGrp="1"/>
          </p:cNvSpPr>
          <p:nvPr>
            <p:ph type="sldNum" sz="quarter" idx="12"/>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35917567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Bullete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p:txBody>
          <a:bodyPr/>
          <a:lstStyle>
            <a:lvl1pPr>
              <a:defRPr/>
            </a:lvl1pPr>
          </a:lstStyle>
          <a:p>
            <a:r>
              <a:rPr lang="en-US"/>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419100" y="1379208"/>
            <a:ext cx="11430000" cy="2154436"/>
          </a:xfrm>
        </p:spPr>
        <p:txBody>
          <a:bodyPr/>
          <a:lstStyle>
            <a:lvl1pPr marL="344488" indent="-344488">
              <a:lnSpc>
                <a:spcPct val="100000"/>
              </a:lnSpc>
              <a:tabLst/>
              <a:defRPr/>
            </a:lvl1pPr>
            <a:lvl2pPr marL="577850" indent="-349250">
              <a:lnSpc>
                <a:spcPct val="100000"/>
              </a:lnSpc>
              <a:tabLst/>
              <a:defRPr/>
            </a:lvl2pPr>
            <a:lvl3pPr marL="750888" indent="-293688">
              <a:lnSpc>
                <a:spcPct val="100000"/>
              </a:lnSpc>
              <a:tabLst/>
              <a:defRPr/>
            </a:lvl3pPr>
            <a:lvl4pPr marL="923925" indent="-238125">
              <a:lnSpc>
                <a:spcPct val="100000"/>
              </a:lnSpc>
              <a:tabLst/>
              <a:defRPr/>
            </a:lvl4pPr>
            <a:lvl5pPr marL="923925" indent="-238125">
              <a:lnSpc>
                <a:spcPct val="100000"/>
              </a:lnSpc>
              <a:tabLst/>
              <a:defRPr/>
            </a:lvl5pPr>
          </a:lstStyle>
          <a:p>
            <a:pPr lvl="0"/>
            <a:r>
              <a:rPr lang="en-US"/>
              <a:t>Enter bulleted slide content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5C962B62-9A5E-DECA-D89E-7E14975CF672}"/>
              </a:ext>
            </a:extLst>
          </p:cNvPr>
          <p:cNvSpPr>
            <a:spLocks noGrp="1"/>
          </p:cNvSpPr>
          <p:nvPr>
            <p:ph type="sldNum" sz="quarter" idx="16"/>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329263060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432651" y="1087476"/>
            <a:ext cx="11416450"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6" name="Slide Number Placeholder 5">
            <a:extLst>
              <a:ext uri="{FF2B5EF4-FFF2-40B4-BE49-F238E27FC236}">
                <a16:creationId xmlns:a16="http://schemas.microsoft.com/office/drawing/2014/main" id="{3FC8DAC0-8819-37FD-AE93-08392EECBAAC}"/>
              </a:ext>
            </a:extLst>
          </p:cNvPr>
          <p:cNvSpPr>
            <a:spLocks noGrp="1"/>
          </p:cNvSpPr>
          <p:nvPr>
            <p:ph type="sldNum" sz="quarter" idx="13"/>
          </p:nvPr>
        </p:nvSpPr>
        <p:spPr/>
        <p:txBody>
          <a:bodyPr/>
          <a:lstStyle/>
          <a:p>
            <a:fld id="{DC503246-BBCE-4F0A-BCDC-08FC4C52637D}" type="slidenum">
              <a:rPr lang="en-US" smtClean="0"/>
              <a:pPr/>
              <a:t>‹#›</a:t>
            </a:fld>
            <a:endParaRPr lang="en-US"/>
          </a:p>
        </p:txBody>
      </p:sp>
      <p:sp>
        <p:nvSpPr>
          <p:cNvPr id="8" name="Title 1">
            <a:extLst>
              <a:ext uri="{FF2B5EF4-FFF2-40B4-BE49-F238E27FC236}">
                <a16:creationId xmlns:a16="http://schemas.microsoft.com/office/drawing/2014/main" id="{5E353A7C-118D-EB9D-83D3-ABB36CA1BE19}"/>
              </a:ext>
            </a:extLst>
          </p:cNvPr>
          <p:cNvSpPr>
            <a:spLocks noGrp="1"/>
          </p:cNvSpPr>
          <p:nvPr>
            <p:ph type="title" hasCustomPrompt="1"/>
          </p:nvPr>
        </p:nvSpPr>
        <p:spPr>
          <a:xfrm>
            <a:off x="425038" y="355015"/>
            <a:ext cx="11430001" cy="638175"/>
          </a:xfrm>
        </p:spPr>
        <p:txBody>
          <a:bodyPr/>
          <a:lstStyle>
            <a:lvl1pPr>
              <a:defRPr/>
            </a:lvl1pPr>
          </a:lstStyle>
          <a:p>
            <a:r>
              <a:rPr lang="en-US" dirty="0"/>
              <a:t>Title and subtitle layout</a:t>
            </a:r>
          </a:p>
        </p:txBody>
      </p:sp>
    </p:spTree>
    <p:extLst>
      <p:ext uri="{BB962C8B-B14F-4D97-AF65-F5344CB8AC3E}">
        <p14:creationId xmlns:p14="http://schemas.microsoft.com/office/powerpoint/2010/main" val="734455910"/>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F57A7C1-7536-4D4B-BE66-71930AD49764}"/>
              </a:ext>
            </a:extLst>
          </p:cNvPr>
          <p:cNvSpPr>
            <a:spLocks noGrp="1"/>
          </p:cNvSpPr>
          <p:nvPr>
            <p:ph sz="quarter" idx="11" hasCustomPrompt="1"/>
          </p:nvPr>
        </p:nvSpPr>
        <p:spPr>
          <a:xfrm>
            <a:off x="425038" y="1714500"/>
            <a:ext cx="11430000"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A5793837-7CA7-A74B-5105-AD8E73873AD3}"/>
              </a:ext>
            </a:extLst>
          </p:cNvPr>
          <p:cNvSpPr>
            <a:spLocks noGrp="1"/>
          </p:cNvSpPr>
          <p:nvPr>
            <p:ph type="sldNum" sz="quarter" idx="14"/>
          </p:nvPr>
        </p:nvSpPr>
        <p:spPr/>
        <p:txBody>
          <a:bodyPr/>
          <a:lstStyle/>
          <a:p>
            <a:fld id="{DC503246-BBCE-4F0A-BCDC-08FC4C52637D}" type="slidenum">
              <a:rPr lang="en-US" smtClean="0"/>
              <a:pPr/>
              <a:t>‹#›</a:t>
            </a:fld>
            <a:endParaRPr lang="en-US"/>
          </a:p>
        </p:txBody>
      </p:sp>
      <p:sp>
        <p:nvSpPr>
          <p:cNvPr id="8" name="Text Placeholder 3">
            <a:extLst>
              <a:ext uri="{FF2B5EF4-FFF2-40B4-BE49-F238E27FC236}">
                <a16:creationId xmlns:a16="http://schemas.microsoft.com/office/drawing/2014/main" id="{26533B27-C869-906A-42B9-A3B4EB3734F2}"/>
              </a:ext>
            </a:extLst>
          </p:cNvPr>
          <p:cNvSpPr>
            <a:spLocks noGrp="1"/>
          </p:cNvSpPr>
          <p:nvPr>
            <p:ph type="body" sz="quarter" idx="10" hasCustomPrompt="1"/>
          </p:nvPr>
        </p:nvSpPr>
        <p:spPr>
          <a:xfrm>
            <a:off x="432651" y="1087476"/>
            <a:ext cx="11416450"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5C245E11-CD57-0DC2-F98E-E23501A81549}"/>
              </a:ext>
            </a:extLst>
          </p:cNvPr>
          <p:cNvSpPr>
            <a:spLocks noGrp="1"/>
          </p:cNvSpPr>
          <p:nvPr>
            <p:ph type="title" hasCustomPrompt="1"/>
          </p:nvPr>
        </p:nvSpPr>
        <p:spPr>
          <a:xfrm>
            <a:off x="425038" y="355015"/>
            <a:ext cx="11430001" cy="638175"/>
          </a:xfrm>
        </p:spPr>
        <p:txBody>
          <a:bodyPr/>
          <a:lstStyle>
            <a:lvl1pPr>
              <a:defRPr/>
            </a:lvl1pPr>
          </a:lstStyle>
          <a:p>
            <a:r>
              <a:rPr lang="en-US" dirty="0"/>
              <a:t>Title and subtitle layout</a:t>
            </a:r>
          </a:p>
        </p:txBody>
      </p:sp>
    </p:spTree>
    <p:extLst>
      <p:ext uri="{BB962C8B-B14F-4D97-AF65-F5344CB8AC3E}">
        <p14:creationId xmlns:p14="http://schemas.microsoft.com/office/powerpoint/2010/main" val="2422358104"/>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432651" y="1718953"/>
            <a:ext cx="11428476"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bulleted slide content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EF9F0738-441C-558C-47B6-01AF02A26B1F}"/>
              </a:ext>
            </a:extLst>
          </p:cNvPr>
          <p:cNvSpPr>
            <a:spLocks noGrp="1"/>
          </p:cNvSpPr>
          <p:nvPr>
            <p:ph type="sldNum" sz="quarter" idx="14"/>
          </p:nvPr>
        </p:nvSpPr>
        <p:spPr/>
        <p:txBody>
          <a:bodyPr/>
          <a:lstStyle/>
          <a:p>
            <a:fld id="{DC503246-BBCE-4F0A-BCDC-08FC4C52637D}" type="slidenum">
              <a:rPr lang="en-US" smtClean="0"/>
              <a:pPr/>
              <a:t>‹#›</a:t>
            </a:fld>
            <a:endParaRPr lang="en-US"/>
          </a:p>
        </p:txBody>
      </p:sp>
      <p:sp>
        <p:nvSpPr>
          <p:cNvPr id="8" name="Text Placeholder 3">
            <a:extLst>
              <a:ext uri="{FF2B5EF4-FFF2-40B4-BE49-F238E27FC236}">
                <a16:creationId xmlns:a16="http://schemas.microsoft.com/office/drawing/2014/main" id="{A897A4EB-DEC7-4ECF-C9F0-40FEC2CE8C10}"/>
              </a:ext>
            </a:extLst>
          </p:cNvPr>
          <p:cNvSpPr>
            <a:spLocks noGrp="1"/>
          </p:cNvSpPr>
          <p:nvPr>
            <p:ph type="body" sz="quarter" idx="10" hasCustomPrompt="1"/>
          </p:nvPr>
        </p:nvSpPr>
        <p:spPr>
          <a:xfrm>
            <a:off x="432651" y="1087476"/>
            <a:ext cx="11416450"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1BF3B587-2CF3-0A49-DC35-6C0270C94C3E}"/>
              </a:ext>
            </a:extLst>
          </p:cNvPr>
          <p:cNvSpPr>
            <a:spLocks noGrp="1"/>
          </p:cNvSpPr>
          <p:nvPr>
            <p:ph type="title" hasCustomPrompt="1"/>
          </p:nvPr>
        </p:nvSpPr>
        <p:spPr>
          <a:xfrm>
            <a:off x="425038" y="355015"/>
            <a:ext cx="11430001" cy="638175"/>
          </a:xfrm>
        </p:spPr>
        <p:txBody>
          <a:bodyPr/>
          <a:lstStyle>
            <a:lvl1pPr>
              <a:defRPr/>
            </a:lvl1pPr>
          </a:lstStyle>
          <a:p>
            <a:r>
              <a:rPr lang="en-US" dirty="0"/>
              <a:t>Title, subtitle, and bulleted content layout</a:t>
            </a:r>
          </a:p>
        </p:txBody>
      </p:sp>
    </p:spTree>
    <p:extLst>
      <p:ext uri="{BB962C8B-B14F-4D97-AF65-F5344CB8AC3E}">
        <p14:creationId xmlns:p14="http://schemas.microsoft.com/office/powerpoint/2010/main" val="1084295078"/>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plit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430976" y="2205761"/>
            <a:ext cx="4512969" cy="1223239"/>
          </a:xfrm>
        </p:spPr>
        <p:txBody>
          <a:bodyPr/>
          <a:lstStyle>
            <a:lvl1pPr>
              <a:lnSpc>
                <a:spcPct val="100000"/>
              </a:lnSpc>
              <a:defRPr/>
            </a:lvl1pPr>
          </a:lstStyle>
          <a:p>
            <a:r>
              <a:rPr lang="en-US"/>
              <a:t>Two-column split layout</a:t>
            </a:r>
          </a:p>
        </p:txBody>
      </p:sp>
      <p:sp>
        <p:nvSpPr>
          <p:cNvPr id="67" name="Content Placeholder 5">
            <a:extLst>
              <a:ext uri="{FF2B5EF4-FFF2-40B4-BE49-F238E27FC236}">
                <a16:creationId xmlns:a16="http://schemas.microsoft.com/office/drawing/2014/main" id="{026DE44C-E9F0-9274-C6EF-480B89C93754}"/>
              </a:ext>
            </a:extLst>
          </p:cNvPr>
          <p:cNvSpPr>
            <a:spLocks noGrp="1"/>
          </p:cNvSpPr>
          <p:nvPr>
            <p:ph sz="quarter" idx="11" hasCustomPrompt="1"/>
          </p:nvPr>
        </p:nvSpPr>
        <p:spPr>
          <a:xfrm>
            <a:off x="6210300" y="342900"/>
            <a:ext cx="5638800" cy="5867400"/>
          </a:xfrm>
        </p:spPr>
        <p:txBody>
          <a:bodyPr anchor="ctr">
            <a:noAutofit/>
          </a:bodyPr>
          <a:lstStyle>
            <a:lvl1pPr marL="0" indent="0">
              <a:lnSpc>
                <a:spcPct val="100000"/>
              </a:lnSpc>
              <a:buNone/>
              <a:defRPr sz="2200"/>
            </a:lvl1pPr>
            <a:lvl2pPr marL="228600" indent="0">
              <a:lnSpc>
                <a:spcPct val="100000"/>
              </a:lnSpc>
              <a:buNone/>
              <a:defRPr sz="2200"/>
            </a:lvl2pPr>
            <a:lvl3pPr marL="457200" indent="0">
              <a:lnSpc>
                <a:spcPct val="100000"/>
              </a:lnSpc>
              <a:buNone/>
              <a:defRPr sz="2200"/>
            </a:lvl3pPr>
            <a:lvl4pPr marL="685800" indent="0">
              <a:lnSpc>
                <a:spcPct val="100000"/>
              </a:lnSpc>
              <a:buNone/>
              <a:defRPr sz="2200"/>
            </a:lvl4pPr>
            <a:lvl5pPr marL="685800" indent="0">
              <a:lnSpc>
                <a:spcPct val="100000"/>
              </a:lnSpc>
              <a:buNone/>
              <a:defRPr sz="22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62A99E-A782-B58E-F99E-24FD392305D7}"/>
              </a:ext>
            </a:extLst>
          </p:cNvPr>
          <p:cNvSpPr>
            <a:spLocks noGrp="1"/>
          </p:cNvSpPr>
          <p:nvPr>
            <p:ph type="body" sz="quarter" idx="10" hasCustomPrompt="1"/>
          </p:nvPr>
        </p:nvSpPr>
        <p:spPr>
          <a:xfrm>
            <a:off x="432499" y="3663582"/>
            <a:ext cx="4511446"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6" name="Slide Number Placeholder 5">
            <a:extLst>
              <a:ext uri="{FF2B5EF4-FFF2-40B4-BE49-F238E27FC236}">
                <a16:creationId xmlns:a16="http://schemas.microsoft.com/office/drawing/2014/main" id="{B18A8D36-5390-1A9F-7AA3-9E17CC47599F}"/>
              </a:ext>
            </a:extLst>
          </p:cNvPr>
          <p:cNvSpPr>
            <a:spLocks noGrp="1"/>
          </p:cNvSpPr>
          <p:nvPr>
            <p:ph type="sldNum" sz="quarter" idx="14"/>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795716800"/>
      </p:ext>
    </p:extLst>
  </p:cSld>
  <p:clrMapOvr>
    <a:masterClrMapping/>
  </p:clrMapOvr>
  <p:transition>
    <p:fade/>
  </p:transition>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425BD-017D-469D-AB54-06E3E3BCCBA6}"/>
              </a:ext>
            </a:extLst>
          </p:cNvPr>
          <p:cNvSpPr>
            <a:spLocks noGrp="1"/>
          </p:cNvSpPr>
          <p:nvPr>
            <p:ph idx="1" hasCustomPrompt="1"/>
          </p:nvPr>
        </p:nvSpPr>
        <p:spPr>
          <a:xfrm>
            <a:off x="5029200" y="342900"/>
            <a:ext cx="6819900" cy="5867400"/>
          </a:xfrm>
        </p:spPr>
        <p:txBody>
          <a:bodyPr>
            <a:noAutofit/>
          </a:bodyPr>
          <a:lstStyle>
            <a:lvl1pPr marL="0" indent="0">
              <a:buNone/>
              <a:defRPr sz="2800"/>
            </a:lvl1pPr>
            <a:lvl2pPr marL="228600" indent="0">
              <a:buNone/>
              <a:defRPr sz="2400"/>
            </a:lvl2pPr>
            <a:lvl3pPr marL="457200" indent="0">
              <a:buNone/>
              <a:defRPr sz="2000"/>
            </a:lvl3pPr>
            <a:lvl4pPr marL="685800" indent="0">
              <a:buNone/>
              <a:defRPr sz="1800"/>
            </a:lvl4pPr>
            <a:lvl5pPr marL="685800" indent="0">
              <a:buNone/>
              <a:defRPr sz="1800"/>
            </a:lvl5pPr>
            <a:lvl6pPr>
              <a:defRPr sz="2000"/>
            </a:lvl6pPr>
            <a:lvl7pPr>
              <a:defRPr sz="2000"/>
            </a:lvl7pPr>
            <a:lvl8pPr>
              <a:defRPr sz="2000"/>
            </a:lvl8pPr>
            <a:lvl9pPr>
              <a:defRPr sz="2000"/>
            </a:lvl9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4C1E26-36AF-47C4-ABA4-2D427A11BDAC}"/>
              </a:ext>
            </a:extLst>
          </p:cNvPr>
          <p:cNvSpPr>
            <a:spLocks noGrp="1"/>
          </p:cNvSpPr>
          <p:nvPr>
            <p:ph type="body" sz="half" idx="2" hasCustomPrompt="1"/>
          </p:nvPr>
        </p:nvSpPr>
        <p:spPr>
          <a:xfrm>
            <a:off x="419100" y="2181224"/>
            <a:ext cx="4038600" cy="40290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description</a:t>
            </a:r>
          </a:p>
        </p:txBody>
      </p:sp>
      <p:sp>
        <p:nvSpPr>
          <p:cNvPr id="7" name="Slide Number Placeholder 6">
            <a:extLst>
              <a:ext uri="{FF2B5EF4-FFF2-40B4-BE49-F238E27FC236}">
                <a16:creationId xmlns:a16="http://schemas.microsoft.com/office/drawing/2014/main" id="{B2B0F860-15B4-6E77-8761-89085382AF78}"/>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9" name="Title 1">
            <a:extLst>
              <a:ext uri="{FF2B5EF4-FFF2-40B4-BE49-F238E27FC236}">
                <a16:creationId xmlns:a16="http://schemas.microsoft.com/office/drawing/2014/main" id="{DD4ECA51-BFA9-A01C-C4FC-2A2D1232C94A}"/>
              </a:ext>
            </a:extLst>
          </p:cNvPr>
          <p:cNvSpPr txBox="1">
            <a:spLocks/>
          </p:cNvSpPr>
          <p:nvPr userDrawn="1"/>
        </p:nvSpPr>
        <p:spPr>
          <a:xfrm>
            <a:off x="425039" y="355015"/>
            <a:ext cx="4032662" cy="1028700"/>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0" baseline="0">
                <a:solidFill>
                  <a:schemeClr val="tx1"/>
                </a:solidFill>
                <a:latin typeface="+mj-lt"/>
                <a:ea typeface="+mj-ea"/>
                <a:cs typeface="+mj-cs"/>
              </a:defRPr>
            </a:lvl1pPr>
          </a:lstStyle>
          <a:p>
            <a:r>
              <a:rPr lang="en-US" dirty="0"/>
              <a:t>Content with caption layout</a:t>
            </a:r>
          </a:p>
        </p:txBody>
      </p:sp>
    </p:spTree>
    <p:extLst>
      <p:ext uri="{BB962C8B-B14F-4D97-AF65-F5344CB8AC3E}">
        <p14:creationId xmlns:p14="http://schemas.microsoft.com/office/powerpoint/2010/main" val="2578480236"/>
      </p:ext>
    </p:extLst>
  </p:cSld>
  <p:clrMapOvr>
    <a:masterClrMapping/>
  </p:clrMapOvr>
  <p:transition>
    <p:fade/>
  </p:transition>
  <p:extLst>
    <p:ext uri="{DCECCB84-F9BA-43D5-87BE-67443E8EF086}">
      <p15:sldGuideLst xmlns:p15="http://schemas.microsoft.com/office/powerpoint/2012/main">
        <p15:guide id="1" pos="2808">
          <p15:clr>
            <a:srgbClr val="FBAE40"/>
          </p15:clr>
        </p15:guide>
        <p15:guide id="2" orient="horz" pos="1368">
          <p15:clr>
            <a:srgbClr val="FBAE40"/>
          </p15:clr>
        </p15:guide>
        <p15:guide id="3" pos="316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B55F0607-4BC3-89DD-C4C2-108BCB514100}"/>
              </a:ext>
            </a:extLst>
          </p:cNvPr>
          <p:cNvSpPr>
            <a:spLocks noGrp="1"/>
          </p:cNvSpPr>
          <p:nvPr>
            <p:ph type="pic" idx="1" hasCustomPrompt="1"/>
          </p:nvPr>
        </p:nvSpPr>
        <p:spPr>
          <a:xfrm>
            <a:off x="5029200" y="342900"/>
            <a:ext cx="6819900" cy="5867400"/>
          </a:xfrm>
        </p:spPr>
        <p:txBody>
          <a:bodyPr anchor="ctr">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image</a:t>
            </a:r>
            <a:br>
              <a:rPr lang="en-US" dirty="0"/>
            </a:br>
            <a:br>
              <a:rPr lang="en-US" dirty="0"/>
            </a:br>
            <a:endParaRPr lang="en-US" dirty="0"/>
          </a:p>
        </p:txBody>
      </p:sp>
      <p:sp>
        <p:nvSpPr>
          <p:cNvPr id="5" name="Text Placeholder 3">
            <a:extLst>
              <a:ext uri="{FF2B5EF4-FFF2-40B4-BE49-F238E27FC236}">
                <a16:creationId xmlns:a16="http://schemas.microsoft.com/office/drawing/2014/main" id="{5A35A621-1DAC-1735-F031-C32C4BEBCA07}"/>
              </a:ext>
            </a:extLst>
          </p:cNvPr>
          <p:cNvSpPr>
            <a:spLocks noGrp="1"/>
          </p:cNvSpPr>
          <p:nvPr>
            <p:ph type="body" sz="half" idx="2" hasCustomPrompt="1"/>
          </p:nvPr>
        </p:nvSpPr>
        <p:spPr>
          <a:xfrm>
            <a:off x="425038" y="2171700"/>
            <a:ext cx="4032662" cy="4038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description</a:t>
            </a:r>
          </a:p>
        </p:txBody>
      </p:sp>
      <p:sp>
        <p:nvSpPr>
          <p:cNvPr id="6" name="Slide Number Placeholder 5">
            <a:extLst>
              <a:ext uri="{FF2B5EF4-FFF2-40B4-BE49-F238E27FC236}">
                <a16:creationId xmlns:a16="http://schemas.microsoft.com/office/drawing/2014/main" id="{C39F8F2D-65F2-479F-1492-516B75D12616}"/>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8" name="Title 1">
            <a:extLst>
              <a:ext uri="{FF2B5EF4-FFF2-40B4-BE49-F238E27FC236}">
                <a16:creationId xmlns:a16="http://schemas.microsoft.com/office/drawing/2014/main" id="{81053728-5DCD-E6D7-87D6-46B74AD26F21}"/>
              </a:ext>
            </a:extLst>
          </p:cNvPr>
          <p:cNvSpPr>
            <a:spLocks noGrp="1"/>
          </p:cNvSpPr>
          <p:nvPr>
            <p:ph type="title" hasCustomPrompt="1"/>
          </p:nvPr>
        </p:nvSpPr>
        <p:spPr>
          <a:xfrm>
            <a:off x="425038" y="348838"/>
            <a:ext cx="4032662" cy="1022762"/>
          </a:xfrm>
        </p:spPr>
        <p:txBody>
          <a:bodyPr anchor="t"/>
          <a:lstStyle>
            <a:lvl1pPr>
              <a:defRPr sz="4000"/>
            </a:lvl1pPr>
          </a:lstStyle>
          <a:p>
            <a:r>
              <a:rPr lang="en-US" dirty="0"/>
              <a:t>Image with caption layout</a:t>
            </a:r>
          </a:p>
        </p:txBody>
      </p:sp>
    </p:spTree>
    <p:extLst>
      <p:ext uri="{BB962C8B-B14F-4D97-AF65-F5344CB8AC3E}">
        <p14:creationId xmlns:p14="http://schemas.microsoft.com/office/powerpoint/2010/main" val="2493141269"/>
      </p:ext>
    </p:extLst>
  </p:cSld>
  <p:clrMapOvr>
    <a:masterClrMapping/>
  </p:clrMapOvr>
  <p:transition>
    <p:fade/>
  </p:transition>
  <p:extLst>
    <p:ext uri="{DCECCB84-F9BA-43D5-87BE-67443E8EF086}">
      <p15:sldGuideLst xmlns:p15="http://schemas.microsoft.com/office/powerpoint/2012/main">
        <p15:guide id="1" pos="2808">
          <p15:clr>
            <a:srgbClr val="FBAE40"/>
          </p15:clr>
        </p15:guide>
        <p15:guide id="2" orient="horz" pos="1368">
          <p15:clr>
            <a:srgbClr val="FBAE40"/>
          </p15:clr>
        </p15:guide>
        <p15:guide id="3" pos="316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hoto, content">
    <p:bg>
      <p:bgPr>
        <a:solidFill>
          <a:schemeClr val="bg1"/>
        </a:solidFill>
        <a:effectLst/>
      </p:bgPr>
    </p:bg>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75D90089-32EE-F5C2-4BB1-D9B6D2E65A8B}"/>
              </a:ext>
            </a:extLst>
          </p:cNvPr>
          <p:cNvSpPr>
            <a:spLocks noGrp="1"/>
          </p:cNvSpPr>
          <p:nvPr>
            <p:ph type="pic" sz="quarter" idx="12" hasCustomPrompt="1"/>
          </p:nvPr>
        </p:nvSpPr>
        <p:spPr>
          <a:xfrm>
            <a:off x="420624" y="1371600"/>
            <a:ext cx="5267952" cy="4838699"/>
          </a:xfrm>
          <a:prstGeom prst="roundRect">
            <a:avLst>
              <a:gd name="adj" fmla="val 3930"/>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3" name="Content Placeholder 3">
            <a:extLst>
              <a:ext uri="{FF2B5EF4-FFF2-40B4-BE49-F238E27FC236}">
                <a16:creationId xmlns:a16="http://schemas.microsoft.com/office/drawing/2014/main" id="{8CFB96E6-BBAC-AD0A-175B-7376E3B05072}"/>
              </a:ext>
            </a:extLst>
          </p:cNvPr>
          <p:cNvSpPr>
            <a:spLocks noGrp="1"/>
          </p:cNvSpPr>
          <p:nvPr>
            <p:ph sz="half" idx="13" hasCustomPrompt="1"/>
          </p:nvPr>
        </p:nvSpPr>
        <p:spPr>
          <a:xfrm>
            <a:off x="6206196" y="1375464"/>
            <a:ext cx="5642904" cy="4834835"/>
          </a:xfrm>
        </p:spPr>
        <p:txBody>
          <a:bodyPr/>
          <a:lstStyle>
            <a:lvl1pPr marL="0" indent="0">
              <a:lnSpc>
                <a:spcPct val="100000"/>
              </a:lnSpc>
              <a:spcAft>
                <a:spcPts val="800"/>
              </a:spcAft>
              <a:buNone/>
              <a:defRPr sz="2400"/>
            </a:lvl1pPr>
            <a:lvl2pPr marL="228600" indent="0">
              <a:lnSpc>
                <a:spcPct val="100000"/>
              </a:lnSpc>
              <a:spcAft>
                <a:spcPts val="600"/>
              </a:spcAft>
              <a:buNone/>
              <a:defRPr sz="2000"/>
            </a:lvl2pPr>
            <a:lvl3pPr marL="457200" indent="0">
              <a:lnSpc>
                <a:spcPct val="100000"/>
              </a:lnSpc>
              <a:buNone/>
              <a:defRPr sz="1800"/>
            </a:lvl3pPr>
            <a:lvl4pPr marL="685800" indent="0">
              <a:lnSpc>
                <a:spcPct val="100000"/>
              </a:lnSpc>
              <a:buNone/>
              <a:defRPr sz="1600"/>
            </a:lvl4pPr>
            <a:lvl5pPr marL="685800" indent="0">
              <a:lnSpc>
                <a:spcPct val="100000"/>
              </a:lnSpc>
              <a:buNone/>
              <a:defRPr sz="16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5E2CB1DF-A2CC-2BBD-63A6-9AB5FDF2AFDD}"/>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7" name="Title 1">
            <a:extLst>
              <a:ext uri="{FF2B5EF4-FFF2-40B4-BE49-F238E27FC236}">
                <a16:creationId xmlns:a16="http://schemas.microsoft.com/office/drawing/2014/main" id="{2AC20348-E270-3649-15FB-DBA2D6E8FA80}"/>
              </a:ext>
            </a:extLst>
          </p:cNvPr>
          <p:cNvSpPr>
            <a:spLocks noGrp="1"/>
          </p:cNvSpPr>
          <p:nvPr>
            <p:ph type="title" hasCustomPrompt="1"/>
          </p:nvPr>
        </p:nvSpPr>
        <p:spPr>
          <a:xfrm>
            <a:off x="425038" y="348838"/>
            <a:ext cx="11424062" cy="641762"/>
          </a:xfrm>
        </p:spPr>
        <p:txBody>
          <a:bodyPr anchor="t"/>
          <a:lstStyle>
            <a:lvl1pPr>
              <a:defRPr sz="4000"/>
            </a:lvl1pPr>
          </a:lstStyle>
          <a:p>
            <a:r>
              <a:rPr lang="en-US" dirty="0"/>
              <a:t>Image with text layout</a:t>
            </a:r>
          </a:p>
        </p:txBody>
      </p:sp>
    </p:spTree>
    <p:extLst>
      <p:ext uri="{BB962C8B-B14F-4D97-AF65-F5344CB8AC3E}">
        <p14:creationId xmlns:p14="http://schemas.microsoft.com/office/powerpoint/2010/main" val="279189172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7ABE728A-88F0-A7F4-7EEB-7ECB91002550}"/>
              </a:ext>
            </a:extLst>
          </p:cNvPr>
          <p:cNvSpPr>
            <a:spLocks noGrp="1"/>
          </p:cNvSpPr>
          <p:nvPr>
            <p:ph type="pic" sz="quarter" idx="14" hasCustomPrompt="1"/>
          </p:nvPr>
        </p:nvSpPr>
        <p:spPr>
          <a:xfrm>
            <a:off x="6248400" y="0"/>
            <a:ext cx="5943600" cy="6858000"/>
          </a:xfrm>
        </p:spPr>
        <p:txBody>
          <a:bodyPr anchor="ctr">
            <a:noAutofit/>
          </a:bodyPr>
          <a:lstStyle>
            <a:lvl1pPr marL="0" indent="0" algn="ctr">
              <a:buNone/>
              <a:defRPr sz="1800"/>
            </a:lvl1pPr>
          </a:lstStyle>
          <a:p>
            <a:r>
              <a:rPr lang="en-US" dirty="0"/>
              <a:t>Click icon to add image</a:t>
            </a:r>
            <a:br>
              <a:rPr lang="en-US" dirty="0"/>
            </a:br>
            <a:br>
              <a:rPr lang="en-US" dirty="0"/>
            </a:br>
            <a:endParaRPr lang="en-US" dirty="0"/>
          </a:p>
          <a:p>
            <a:endParaRPr lang="en-US" dirty="0"/>
          </a:p>
        </p:txBody>
      </p:sp>
      <p:sp>
        <p:nvSpPr>
          <p:cNvPr id="12" name="Content Placeholder 10">
            <a:extLst>
              <a:ext uri="{FF2B5EF4-FFF2-40B4-BE49-F238E27FC236}">
                <a16:creationId xmlns:a16="http://schemas.microsoft.com/office/drawing/2014/main" id="{A07AADC7-4137-55D8-2DD5-7F564F3E6472}"/>
              </a:ext>
            </a:extLst>
          </p:cNvPr>
          <p:cNvSpPr>
            <a:spLocks noGrp="1"/>
          </p:cNvSpPr>
          <p:nvPr>
            <p:ph sz="quarter" idx="15" hasCustomPrompt="1"/>
          </p:nvPr>
        </p:nvSpPr>
        <p:spPr>
          <a:xfrm>
            <a:off x="419100" y="1371600"/>
            <a:ext cx="5524500" cy="4838700"/>
          </a:xfrm>
        </p:spPr>
        <p:txBody>
          <a:bodyPr>
            <a:noAutofit/>
          </a:bodyPr>
          <a:lstStyle>
            <a:lvl1pPr>
              <a:defRPr/>
            </a:lvl1pPr>
          </a:lstStyle>
          <a:p>
            <a:pPr lvl="0"/>
            <a:r>
              <a:rPr lang="en-US"/>
              <a:t>Enter slide content</a:t>
            </a:r>
          </a:p>
          <a:p>
            <a:pPr lvl="1"/>
            <a:r>
              <a:rPr lang="en-US"/>
              <a:t>Second level</a:t>
            </a:r>
          </a:p>
          <a:p>
            <a:pPr lvl="2"/>
            <a:r>
              <a:rPr lang="en-US"/>
              <a:t>Third level</a:t>
            </a:r>
          </a:p>
        </p:txBody>
      </p:sp>
      <p:sp>
        <p:nvSpPr>
          <p:cNvPr id="13" name="Slide Number Placeholder 5">
            <a:extLst>
              <a:ext uri="{FF2B5EF4-FFF2-40B4-BE49-F238E27FC236}">
                <a16:creationId xmlns:a16="http://schemas.microsoft.com/office/drawing/2014/main" id="{18F4829A-FDC3-9C1D-D5D8-EB7B71CA7B46}"/>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14" name="Title 1">
            <a:extLst>
              <a:ext uri="{FF2B5EF4-FFF2-40B4-BE49-F238E27FC236}">
                <a16:creationId xmlns:a16="http://schemas.microsoft.com/office/drawing/2014/main" id="{80A5EF2A-6B19-91E3-D4AC-C09B90F39C31}"/>
              </a:ext>
            </a:extLst>
          </p:cNvPr>
          <p:cNvSpPr>
            <a:spLocks noGrp="1"/>
          </p:cNvSpPr>
          <p:nvPr>
            <p:ph type="title" hasCustomPrompt="1"/>
          </p:nvPr>
        </p:nvSpPr>
        <p:spPr>
          <a:xfrm>
            <a:off x="426562" y="342900"/>
            <a:ext cx="11422538" cy="649159"/>
          </a:xfrm>
        </p:spPr>
        <p:txBody>
          <a:bodyPr/>
          <a:lstStyle>
            <a:lvl1pPr>
              <a:defRPr/>
            </a:lvl1pPr>
          </a:lstStyle>
          <a:p>
            <a:r>
              <a:rPr lang="en-US" dirty="0"/>
              <a:t>Title, content, image layout</a:t>
            </a:r>
          </a:p>
        </p:txBody>
      </p:sp>
    </p:spTree>
    <p:extLst>
      <p:ext uri="{BB962C8B-B14F-4D97-AF65-F5344CB8AC3E}">
        <p14:creationId xmlns:p14="http://schemas.microsoft.com/office/powerpoint/2010/main" val="2597217462"/>
      </p:ext>
    </p:extLst>
  </p:cSld>
  <p:clrMapOvr>
    <a:masterClrMapping/>
  </p:clrMapOvr>
  <p:transition>
    <p:fade/>
  </p:transition>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image_2">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8C8D795-EFA6-CAB2-DC1A-984AF693B336}"/>
              </a:ext>
            </a:extLst>
          </p:cNvPr>
          <p:cNvSpPr>
            <a:spLocks noGrp="1"/>
          </p:cNvSpPr>
          <p:nvPr>
            <p:ph idx="1" hasCustomPrompt="1"/>
          </p:nvPr>
        </p:nvSpPr>
        <p:spPr>
          <a:xfrm>
            <a:off x="425038" y="1910358"/>
            <a:ext cx="5791199" cy="429994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0525A43C-8C64-597B-E877-1EB0CC9DE6A2}"/>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8" name="Title 1">
            <a:extLst>
              <a:ext uri="{FF2B5EF4-FFF2-40B4-BE49-F238E27FC236}">
                <a16:creationId xmlns:a16="http://schemas.microsoft.com/office/drawing/2014/main" id="{DE1E7C15-5FCB-D508-6617-48FD9D1E2380}"/>
              </a:ext>
            </a:extLst>
          </p:cNvPr>
          <p:cNvSpPr>
            <a:spLocks noGrp="1"/>
          </p:cNvSpPr>
          <p:nvPr>
            <p:ph type="title" hasCustomPrompt="1"/>
          </p:nvPr>
        </p:nvSpPr>
        <p:spPr>
          <a:xfrm>
            <a:off x="426562" y="342900"/>
            <a:ext cx="11422538" cy="649159"/>
          </a:xfrm>
        </p:spPr>
        <p:txBody>
          <a:bodyPr/>
          <a:lstStyle>
            <a:lvl1pPr>
              <a:defRPr/>
            </a:lvl1pPr>
          </a:lstStyle>
          <a:p>
            <a:r>
              <a:rPr lang="en-US" dirty="0"/>
              <a:t>Title and subtitle layout</a:t>
            </a:r>
          </a:p>
        </p:txBody>
      </p:sp>
      <p:sp>
        <p:nvSpPr>
          <p:cNvPr id="10" name="Text Placeholder 3">
            <a:extLst>
              <a:ext uri="{FF2B5EF4-FFF2-40B4-BE49-F238E27FC236}">
                <a16:creationId xmlns:a16="http://schemas.microsoft.com/office/drawing/2014/main" id="{B6D9906B-00A8-E965-4668-9C14C1AD8D70}"/>
              </a:ext>
            </a:extLst>
          </p:cNvPr>
          <p:cNvSpPr>
            <a:spLocks noGrp="1"/>
          </p:cNvSpPr>
          <p:nvPr>
            <p:ph type="body" sz="quarter" idx="11" hasCustomPrompt="1"/>
          </p:nvPr>
        </p:nvSpPr>
        <p:spPr>
          <a:xfrm>
            <a:off x="425038" y="1097280"/>
            <a:ext cx="11424062"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1" name="Picture Placeholder 6">
            <a:extLst>
              <a:ext uri="{FF2B5EF4-FFF2-40B4-BE49-F238E27FC236}">
                <a16:creationId xmlns:a16="http://schemas.microsoft.com/office/drawing/2014/main" id="{894C800D-263A-84AE-09B0-A12E69D8A1C2}"/>
              </a:ext>
            </a:extLst>
          </p:cNvPr>
          <p:cNvSpPr>
            <a:spLocks noGrp="1"/>
          </p:cNvSpPr>
          <p:nvPr>
            <p:ph type="pic" sz="quarter" idx="13" hasCustomPrompt="1"/>
          </p:nvPr>
        </p:nvSpPr>
        <p:spPr>
          <a:xfrm>
            <a:off x="6686566" y="342900"/>
            <a:ext cx="5162534" cy="5867400"/>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53897717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lit content and image">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84BC813-713A-BD5B-19B4-6B972BA861F7}"/>
              </a:ext>
            </a:extLst>
          </p:cNvPr>
          <p:cNvSpPr>
            <a:spLocks noGrp="1"/>
          </p:cNvSpPr>
          <p:nvPr>
            <p:ph type="sldNum" sz="quarter" idx="16"/>
          </p:nvPr>
        </p:nvSpPr>
        <p:spPr/>
        <p:txBody>
          <a:bodyPr/>
          <a:lstStyle/>
          <a:p>
            <a:fld id="{DC503246-BBCE-4F0A-BCDC-08FC4C52637D}" type="slidenum">
              <a:rPr lang="en-US" smtClean="0"/>
              <a:pPr/>
              <a:t>‹#›</a:t>
            </a:fld>
            <a:endParaRPr lang="en-US"/>
          </a:p>
        </p:txBody>
      </p:sp>
      <p:sp>
        <p:nvSpPr>
          <p:cNvPr id="6" name="Title 1">
            <a:extLst>
              <a:ext uri="{FF2B5EF4-FFF2-40B4-BE49-F238E27FC236}">
                <a16:creationId xmlns:a16="http://schemas.microsoft.com/office/drawing/2014/main" id="{B3EEB897-1F38-A6C0-79B2-7BB835013E5A}"/>
              </a:ext>
            </a:extLst>
          </p:cNvPr>
          <p:cNvSpPr>
            <a:spLocks noGrp="1"/>
          </p:cNvSpPr>
          <p:nvPr>
            <p:ph type="title" hasCustomPrompt="1"/>
          </p:nvPr>
        </p:nvSpPr>
        <p:spPr>
          <a:xfrm>
            <a:off x="419099" y="2963192"/>
            <a:ext cx="5086337" cy="646331"/>
          </a:xfrm>
        </p:spPr>
        <p:txBody>
          <a:bodyPr wrap="square" anchor="b">
            <a:spAutoFit/>
          </a:bodyPr>
          <a:lstStyle>
            <a:lvl1pPr algn="l">
              <a:defRPr spc="0"/>
            </a:lvl1pPr>
          </a:lstStyle>
          <a:p>
            <a:r>
              <a:rPr lang="en-US"/>
              <a:t>Title and image</a:t>
            </a:r>
          </a:p>
        </p:txBody>
      </p:sp>
      <p:sp>
        <p:nvSpPr>
          <p:cNvPr id="7" name="Text Placeholder 12">
            <a:extLst>
              <a:ext uri="{FF2B5EF4-FFF2-40B4-BE49-F238E27FC236}">
                <a16:creationId xmlns:a16="http://schemas.microsoft.com/office/drawing/2014/main" id="{F38D9B8F-E367-70E5-265B-F36338D77A17}"/>
              </a:ext>
            </a:extLst>
          </p:cNvPr>
          <p:cNvSpPr>
            <a:spLocks noGrp="1"/>
          </p:cNvSpPr>
          <p:nvPr>
            <p:ph type="body" sz="quarter" idx="12"/>
          </p:nvPr>
        </p:nvSpPr>
        <p:spPr>
          <a:xfrm>
            <a:off x="419099" y="3793440"/>
            <a:ext cx="5086337" cy="430887"/>
          </a:xfrm>
        </p:spPr>
        <p:txBody>
          <a:bodyPr anchor="t"/>
          <a:lstStyle>
            <a:lvl1pPr marL="0" indent="0" algn="l">
              <a:lnSpc>
                <a:spcPct val="100000"/>
              </a:lnSpc>
              <a:buNone/>
              <a:defRPr lang="en-US" sz="22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dirty="0"/>
          </a:p>
        </p:txBody>
      </p:sp>
      <p:sp>
        <p:nvSpPr>
          <p:cNvPr id="8" name="Text Placeholder 12">
            <a:extLst>
              <a:ext uri="{FF2B5EF4-FFF2-40B4-BE49-F238E27FC236}">
                <a16:creationId xmlns:a16="http://schemas.microsoft.com/office/drawing/2014/main" id="{28D5277C-F6BF-6C18-A0FC-748B0408C647}"/>
              </a:ext>
            </a:extLst>
          </p:cNvPr>
          <p:cNvSpPr>
            <a:spLocks noGrp="1"/>
          </p:cNvSpPr>
          <p:nvPr>
            <p:ph type="body" sz="quarter" idx="17" hasCustomPrompt="1"/>
          </p:nvPr>
        </p:nvSpPr>
        <p:spPr>
          <a:xfrm>
            <a:off x="419099" y="585446"/>
            <a:ext cx="2096652" cy="296037"/>
          </a:xfrm>
          <a:prstGeom prst="roundRect">
            <a:avLst>
              <a:gd name="adj" fmla="val 22040"/>
            </a:avLst>
          </a:prstGeom>
          <a:solidFill>
            <a:schemeClr val="accent1"/>
          </a:solidFill>
        </p:spPr>
        <p:txBody>
          <a:bodyPr anchor="ctr"/>
          <a:lstStyle>
            <a:lvl1pPr marL="0" indent="0" algn="ctr">
              <a:buNone/>
              <a:defRPr lang="en-US" sz="1200" b="1" i="0" kern="1200" spc="30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marL="0" lvl="0" indent="0" algn="ctr"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None/>
              <a:tabLst/>
            </a:pPr>
            <a:r>
              <a:rPr lang="en-US" dirty="0"/>
              <a:t>SECTION TITLE</a:t>
            </a:r>
          </a:p>
        </p:txBody>
      </p:sp>
      <p:sp>
        <p:nvSpPr>
          <p:cNvPr id="2" name="Picture Placeholder 6">
            <a:extLst>
              <a:ext uri="{FF2B5EF4-FFF2-40B4-BE49-F238E27FC236}">
                <a16:creationId xmlns:a16="http://schemas.microsoft.com/office/drawing/2014/main" id="{81FD4E8D-C603-AF0D-B82A-F39C3614C3A9}"/>
              </a:ext>
            </a:extLst>
          </p:cNvPr>
          <p:cNvSpPr>
            <a:spLocks noGrp="1"/>
          </p:cNvSpPr>
          <p:nvPr>
            <p:ph type="pic" sz="quarter" idx="13" hasCustomPrompt="1"/>
          </p:nvPr>
        </p:nvSpPr>
        <p:spPr>
          <a:xfrm>
            <a:off x="6686566" y="342900"/>
            <a:ext cx="5162534" cy="5867400"/>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325912549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lit content and image_2">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5B8371-C0A6-DD92-BFA4-AB389B3D1B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352" t="4160" r="44467" b="41474"/>
          <a:stretch/>
        </p:blipFill>
        <p:spPr>
          <a:xfrm>
            <a:off x="6096000" y="0"/>
            <a:ext cx="6096000" cy="6858000"/>
          </a:xfrm>
          <a:prstGeom prst="rect">
            <a:avLst/>
          </a:prstGeom>
        </p:spPr>
      </p:pic>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a:xfrm>
            <a:off x="419099" y="2963192"/>
            <a:ext cx="5086337" cy="646331"/>
          </a:xfrm>
        </p:spPr>
        <p:txBody>
          <a:bodyPr wrap="square" anchor="b">
            <a:spAutoFit/>
          </a:bodyPr>
          <a:lstStyle>
            <a:lvl1pPr algn="l">
              <a:defRPr spc="0"/>
            </a:lvl1pPr>
          </a:lstStyle>
          <a:p>
            <a:r>
              <a:rPr lang="en-US"/>
              <a:t>Title and image</a:t>
            </a:r>
          </a:p>
        </p:txBody>
      </p:sp>
      <p:sp>
        <p:nvSpPr>
          <p:cNvPr id="15" name="Text Placeholder 12">
            <a:extLst>
              <a:ext uri="{FF2B5EF4-FFF2-40B4-BE49-F238E27FC236}">
                <a16:creationId xmlns:a16="http://schemas.microsoft.com/office/drawing/2014/main" id="{75E3AFC5-1F1E-90B5-A413-ABEF7C5EFE60}"/>
              </a:ext>
            </a:extLst>
          </p:cNvPr>
          <p:cNvSpPr>
            <a:spLocks noGrp="1"/>
          </p:cNvSpPr>
          <p:nvPr>
            <p:ph type="body" sz="quarter" idx="12"/>
          </p:nvPr>
        </p:nvSpPr>
        <p:spPr>
          <a:xfrm>
            <a:off x="419099" y="3793440"/>
            <a:ext cx="5086337" cy="430887"/>
          </a:xfrm>
        </p:spPr>
        <p:txBody>
          <a:bodyPr anchor="t"/>
          <a:lstStyle>
            <a:lvl1pPr marL="0" indent="0" algn="l">
              <a:lnSpc>
                <a:spcPct val="100000"/>
              </a:lnSpc>
              <a:buNone/>
              <a:defRPr lang="en-US" sz="22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dirty="0"/>
          </a:p>
        </p:txBody>
      </p:sp>
      <p:sp>
        <p:nvSpPr>
          <p:cNvPr id="3" name="Text Placeholder 12">
            <a:extLst>
              <a:ext uri="{FF2B5EF4-FFF2-40B4-BE49-F238E27FC236}">
                <a16:creationId xmlns:a16="http://schemas.microsoft.com/office/drawing/2014/main" id="{27E11ED1-3B80-E821-55D3-994B6956A37D}"/>
              </a:ext>
            </a:extLst>
          </p:cNvPr>
          <p:cNvSpPr>
            <a:spLocks noGrp="1"/>
          </p:cNvSpPr>
          <p:nvPr>
            <p:ph type="body" sz="quarter" idx="14" hasCustomPrompt="1"/>
          </p:nvPr>
        </p:nvSpPr>
        <p:spPr>
          <a:xfrm>
            <a:off x="419099" y="585446"/>
            <a:ext cx="2096652" cy="296037"/>
          </a:xfrm>
          <a:prstGeom prst="roundRect">
            <a:avLst>
              <a:gd name="adj" fmla="val 22040"/>
            </a:avLst>
          </a:prstGeom>
          <a:solidFill>
            <a:schemeClr val="accent1"/>
          </a:solidFill>
        </p:spPr>
        <p:txBody>
          <a:bodyPr anchor="ctr"/>
          <a:lstStyle>
            <a:lvl1pPr marL="0" indent="0" algn="ctr">
              <a:buNone/>
              <a:defRPr lang="en-US" sz="1200" b="1" i="0" kern="1200" spc="30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marL="0" lvl="0" indent="0" algn="ctr"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None/>
              <a:tabLst/>
            </a:pPr>
            <a:r>
              <a:rPr lang="en-US" dirty="0"/>
              <a:t>SECTION TITLE</a:t>
            </a:r>
          </a:p>
        </p:txBody>
      </p:sp>
      <p:sp>
        <p:nvSpPr>
          <p:cNvPr id="7" name="Slide Number Placeholder 6">
            <a:extLst>
              <a:ext uri="{FF2B5EF4-FFF2-40B4-BE49-F238E27FC236}">
                <a16:creationId xmlns:a16="http://schemas.microsoft.com/office/drawing/2014/main" id="{EB957175-408B-3090-4F51-C5CD113DE9F9}"/>
              </a:ext>
            </a:extLst>
          </p:cNvPr>
          <p:cNvSpPr>
            <a:spLocks noGrp="1"/>
          </p:cNvSpPr>
          <p:nvPr>
            <p:ph type="sldNum" sz="quarter" idx="17"/>
          </p:nvPr>
        </p:nvSpPr>
        <p:spPr/>
        <p:txBody>
          <a:bodyPr/>
          <a:lstStyle/>
          <a:p>
            <a:fld id="{DC503246-BBCE-4F0A-BCDC-08FC4C52637D}" type="slidenum">
              <a:rPr lang="en-US" smtClean="0"/>
              <a:pPr/>
              <a:t>‹#›</a:t>
            </a:fld>
            <a:endParaRPr lang="en-US"/>
          </a:p>
        </p:txBody>
      </p:sp>
      <p:sp>
        <p:nvSpPr>
          <p:cNvPr id="5" name="Picture Placeholder 6">
            <a:extLst>
              <a:ext uri="{FF2B5EF4-FFF2-40B4-BE49-F238E27FC236}">
                <a16:creationId xmlns:a16="http://schemas.microsoft.com/office/drawing/2014/main" id="{DBFA43C5-E5DD-507E-5FED-72A5B09A6C2B}"/>
              </a:ext>
            </a:extLst>
          </p:cNvPr>
          <p:cNvSpPr>
            <a:spLocks noGrp="1"/>
          </p:cNvSpPr>
          <p:nvPr>
            <p:ph type="pic" sz="quarter" idx="13" hasCustomPrompt="1"/>
          </p:nvPr>
        </p:nvSpPr>
        <p:spPr>
          <a:xfrm>
            <a:off x="6686566" y="342900"/>
            <a:ext cx="5162534" cy="5867400"/>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164893606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image, callout box">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E12852A8-90D0-6D87-0F6A-8E688E4E417C}"/>
              </a:ext>
            </a:extLst>
          </p:cNvPr>
          <p:cNvSpPr>
            <a:spLocks noGrp="1"/>
          </p:cNvSpPr>
          <p:nvPr>
            <p:ph type="pic" sz="quarter" idx="10" hasCustomPrompt="1"/>
          </p:nvPr>
        </p:nvSpPr>
        <p:spPr>
          <a:xfrm>
            <a:off x="6342744" y="0"/>
            <a:ext cx="5849256" cy="6858000"/>
          </a:xfrm>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3" name="Text Placeholder 12">
            <a:extLst>
              <a:ext uri="{FF2B5EF4-FFF2-40B4-BE49-F238E27FC236}">
                <a16:creationId xmlns:a16="http://schemas.microsoft.com/office/drawing/2014/main" id="{E443CEB2-8374-F260-B87D-FC866EC90FE0}"/>
              </a:ext>
            </a:extLst>
          </p:cNvPr>
          <p:cNvSpPr>
            <a:spLocks noGrp="1"/>
          </p:cNvSpPr>
          <p:nvPr>
            <p:ph type="body" sz="quarter" idx="16" hasCustomPrompt="1"/>
          </p:nvPr>
        </p:nvSpPr>
        <p:spPr>
          <a:xfrm>
            <a:off x="419100" y="4688232"/>
            <a:ext cx="6340332" cy="1522068"/>
          </a:xfrm>
          <a:prstGeom prst="roundRect">
            <a:avLst>
              <a:gd name="adj" fmla="val 13066"/>
            </a:avLst>
          </a:prstGeom>
          <a:solidFill>
            <a:schemeClr val="accent1"/>
          </a:solidFill>
        </p:spPr>
        <p:txBody>
          <a:bodyPr lIns="1920240" tIns="228600" rIns="457200" bIns="228600" anchor="ctr"/>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a:t>Section title</a:t>
            </a:r>
          </a:p>
        </p:txBody>
      </p:sp>
      <p:sp>
        <p:nvSpPr>
          <p:cNvPr id="14" name="Title 1">
            <a:extLst>
              <a:ext uri="{FF2B5EF4-FFF2-40B4-BE49-F238E27FC236}">
                <a16:creationId xmlns:a16="http://schemas.microsoft.com/office/drawing/2014/main" id="{700664E9-343F-D88D-014A-7D3AFE06C8EA}"/>
              </a:ext>
            </a:extLst>
          </p:cNvPr>
          <p:cNvSpPr>
            <a:spLocks noGrp="1"/>
          </p:cNvSpPr>
          <p:nvPr>
            <p:ph type="title" hasCustomPrompt="1"/>
          </p:nvPr>
        </p:nvSpPr>
        <p:spPr>
          <a:xfrm>
            <a:off x="425038" y="1378308"/>
            <a:ext cx="5430157" cy="1200329"/>
          </a:xfrm>
        </p:spPr>
        <p:txBody>
          <a:bodyPr wrap="square" anchor="b">
            <a:spAutoFit/>
          </a:bodyPr>
          <a:lstStyle>
            <a:lvl1pPr algn="l">
              <a:defRPr spc="0"/>
            </a:lvl1pPr>
          </a:lstStyle>
          <a:p>
            <a:r>
              <a:rPr lang="en-US" dirty="0"/>
              <a:t>Title and image with callout box</a:t>
            </a:r>
          </a:p>
        </p:txBody>
      </p:sp>
      <p:sp>
        <p:nvSpPr>
          <p:cNvPr id="17" name="Text Placeholder 12">
            <a:extLst>
              <a:ext uri="{FF2B5EF4-FFF2-40B4-BE49-F238E27FC236}">
                <a16:creationId xmlns:a16="http://schemas.microsoft.com/office/drawing/2014/main" id="{3A82A614-DD13-3818-9411-799477AC15EB}"/>
              </a:ext>
            </a:extLst>
          </p:cNvPr>
          <p:cNvSpPr>
            <a:spLocks noGrp="1"/>
          </p:cNvSpPr>
          <p:nvPr>
            <p:ph type="body" sz="quarter" idx="12" hasCustomPrompt="1"/>
          </p:nvPr>
        </p:nvSpPr>
        <p:spPr>
          <a:xfrm>
            <a:off x="425038" y="2762554"/>
            <a:ext cx="5430157" cy="430887"/>
          </a:xfrm>
        </p:spPr>
        <p:txBody>
          <a:bodyPr anchor="t"/>
          <a:lstStyle>
            <a:lvl1pPr marL="0" indent="0" algn="l">
              <a:lnSpc>
                <a:spcPct val="100000"/>
              </a:lnSpc>
              <a:buNone/>
              <a:defRPr lang="en-US" sz="22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a:t>Click to add text</a:t>
            </a:r>
          </a:p>
        </p:txBody>
      </p:sp>
      <p:sp>
        <p:nvSpPr>
          <p:cNvPr id="22" name="Picture Placeholder 12">
            <a:extLst>
              <a:ext uri="{FF2B5EF4-FFF2-40B4-BE49-F238E27FC236}">
                <a16:creationId xmlns:a16="http://schemas.microsoft.com/office/drawing/2014/main" id="{9CD4326E-A8E9-1E22-CE0F-1B63E5913E3D}"/>
              </a:ext>
            </a:extLst>
          </p:cNvPr>
          <p:cNvSpPr>
            <a:spLocks noGrp="1"/>
          </p:cNvSpPr>
          <p:nvPr>
            <p:ph type="pic" sz="quarter" idx="15" hasCustomPrompt="1"/>
          </p:nvPr>
        </p:nvSpPr>
        <p:spPr>
          <a:xfrm>
            <a:off x="786647" y="4901861"/>
            <a:ext cx="1159212" cy="1094811"/>
          </a:xfrm>
        </p:spPr>
        <p:txBody>
          <a:bodyPr>
            <a:noAutofit/>
          </a:bodyPr>
          <a:lstStyle>
            <a:lvl1pPr marL="0" indent="0">
              <a:buNone/>
              <a:defRPr sz="1800"/>
            </a:lvl1pPr>
          </a:lstStyle>
          <a:p>
            <a:r>
              <a:rPr lang="en-US"/>
              <a:t>Click icon to add image</a:t>
            </a:r>
          </a:p>
        </p:txBody>
      </p:sp>
      <p:sp>
        <p:nvSpPr>
          <p:cNvPr id="4" name="Slide Number Placeholder 3">
            <a:extLst>
              <a:ext uri="{FF2B5EF4-FFF2-40B4-BE49-F238E27FC236}">
                <a16:creationId xmlns:a16="http://schemas.microsoft.com/office/drawing/2014/main" id="{A3705290-DECD-0642-0A19-841EDAE1C490}"/>
              </a:ext>
            </a:extLst>
          </p:cNvPr>
          <p:cNvSpPr>
            <a:spLocks noGrp="1"/>
          </p:cNvSpPr>
          <p:nvPr>
            <p:ph type="sldNum" sz="quarter" idx="19"/>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420976150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photo">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C0FBAC3-DE1C-A165-12D1-A8AC06706DCD}"/>
              </a:ext>
            </a:extLst>
          </p:cNvPr>
          <p:cNvSpPr>
            <a:spLocks noGrp="1"/>
          </p:cNvSpPr>
          <p:nvPr>
            <p:ph type="pic" sz="quarter" idx="12" hasCustomPrompt="1"/>
          </p:nvPr>
        </p:nvSpPr>
        <p:spPr>
          <a:xfrm>
            <a:off x="1893477" y="1485898"/>
            <a:ext cx="8405047" cy="4724402"/>
          </a:xfrm>
          <a:prstGeom prst="roundRect">
            <a:avLst>
              <a:gd name="adj" fmla="val 3930"/>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6" name="Slide Number Placeholder 5">
            <a:extLst>
              <a:ext uri="{FF2B5EF4-FFF2-40B4-BE49-F238E27FC236}">
                <a16:creationId xmlns:a16="http://schemas.microsoft.com/office/drawing/2014/main" id="{BCC5BBA1-6FC2-80CD-A252-B6145A8122BD}"/>
              </a:ext>
            </a:extLst>
          </p:cNvPr>
          <p:cNvSpPr>
            <a:spLocks noGrp="1"/>
          </p:cNvSpPr>
          <p:nvPr>
            <p:ph type="sldNum" sz="quarter" idx="15"/>
          </p:nvPr>
        </p:nvSpPr>
        <p:spPr/>
        <p:txBody>
          <a:bodyPr/>
          <a:lstStyle/>
          <a:p>
            <a:fld id="{DC503246-BBCE-4F0A-BCDC-08FC4C52637D}" type="slidenum">
              <a:rPr lang="en-US" smtClean="0"/>
              <a:pPr/>
              <a:t>‹#›</a:t>
            </a:fld>
            <a:endParaRPr lang="en-US"/>
          </a:p>
        </p:txBody>
      </p:sp>
      <p:sp>
        <p:nvSpPr>
          <p:cNvPr id="8" name="Text Placeholder 3">
            <a:extLst>
              <a:ext uri="{FF2B5EF4-FFF2-40B4-BE49-F238E27FC236}">
                <a16:creationId xmlns:a16="http://schemas.microsoft.com/office/drawing/2014/main" id="{FCCAD4ED-2188-B627-6CDA-9539CE07D9A5}"/>
              </a:ext>
            </a:extLst>
          </p:cNvPr>
          <p:cNvSpPr>
            <a:spLocks noGrp="1"/>
          </p:cNvSpPr>
          <p:nvPr>
            <p:ph type="body" sz="quarter" idx="10" hasCustomPrompt="1"/>
          </p:nvPr>
        </p:nvSpPr>
        <p:spPr>
          <a:xfrm>
            <a:off x="432651" y="1087476"/>
            <a:ext cx="11424061"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D47BD224-F150-DFCA-ABDE-7F725FB4BD3C}"/>
              </a:ext>
            </a:extLst>
          </p:cNvPr>
          <p:cNvSpPr>
            <a:spLocks noGrp="1"/>
          </p:cNvSpPr>
          <p:nvPr>
            <p:ph type="title" hasCustomPrompt="1"/>
          </p:nvPr>
        </p:nvSpPr>
        <p:spPr>
          <a:xfrm>
            <a:off x="425038" y="355015"/>
            <a:ext cx="11424061" cy="638175"/>
          </a:xfrm>
        </p:spPr>
        <p:txBody>
          <a:bodyPr/>
          <a:lstStyle>
            <a:lvl1pPr>
              <a:defRPr/>
            </a:lvl1pPr>
          </a:lstStyle>
          <a:p>
            <a:r>
              <a:rPr lang="en-US" dirty="0"/>
              <a:t>Image with subtitle layout</a:t>
            </a:r>
          </a:p>
        </p:txBody>
      </p:sp>
    </p:spTree>
    <p:extLst>
      <p:ext uri="{BB962C8B-B14F-4D97-AF65-F5344CB8AC3E}">
        <p14:creationId xmlns:p14="http://schemas.microsoft.com/office/powerpoint/2010/main" val="4078254454"/>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Full bleed photo">
    <p:bg>
      <p:bgPr>
        <a:solidFill>
          <a:schemeClr val="bg1"/>
        </a:solidFill>
        <a:effectLst/>
      </p:bgPr>
    </p:bg>
    <p:spTree>
      <p:nvGrpSpPr>
        <p:cNvPr id="1" name=""/>
        <p:cNvGrpSpPr/>
        <p:nvPr/>
      </p:nvGrpSpPr>
      <p:grpSpPr>
        <a:xfrm>
          <a:off x="0" y="0"/>
          <a:ext cx="0" cy="0"/>
          <a:chOff x="0" y="0"/>
          <a:chExt cx="0" cy="0"/>
        </a:xfrm>
      </p:grpSpPr>
      <p:sp>
        <p:nvSpPr>
          <p:cNvPr id="20" name="Picture Placeholder 6">
            <a:extLst>
              <a:ext uri="{FF2B5EF4-FFF2-40B4-BE49-F238E27FC236}">
                <a16:creationId xmlns:a16="http://schemas.microsoft.com/office/drawing/2014/main" id="{1871E6A6-6341-B294-5F63-CF5C2BA37727}"/>
              </a:ext>
            </a:extLst>
          </p:cNvPr>
          <p:cNvSpPr>
            <a:spLocks noGrp="1"/>
          </p:cNvSpPr>
          <p:nvPr>
            <p:ph type="pic" sz="quarter" idx="13" hasCustomPrompt="1"/>
          </p:nvPr>
        </p:nvSpPr>
        <p:spPr>
          <a:xfrm>
            <a:off x="0" y="0"/>
            <a:ext cx="12192000" cy="6857999"/>
          </a:xfrm>
          <a:prstGeom prst="rect">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3" name="Title 1">
            <a:extLst>
              <a:ext uri="{FF2B5EF4-FFF2-40B4-BE49-F238E27FC236}">
                <a16:creationId xmlns:a16="http://schemas.microsoft.com/office/drawing/2014/main" id="{3ED53455-8BA8-DF23-E4E1-636B40D3B2F0}"/>
              </a:ext>
            </a:extLst>
          </p:cNvPr>
          <p:cNvSpPr>
            <a:spLocks noGrp="1"/>
          </p:cNvSpPr>
          <p:nvPr>
            <p:ph type="title" hasCustomPrompt="1"/>
          </p:nvPr>
        </p:nvSpPr>
        <p:spPr>
          <a:xfrm>
            <a:off x="419100" y="2414953"/>
            <a:ext cx="5638800" cy="638175"/>
          </a:xfrm>
        </p:spPr>
        <p:txBody>
          <a:bodyPr anchor="b"/>
          <a:lstStyle>
            <a:lvl1pPr>
              <a:defRPr>
                <a:solidFill>
                  <a:schemeClr val="tx1"/>
                </a:solidFill>
              </a:defRPr>
            </a:lvl1pPr>
          </a:lstStyle>
          <a:p>
            <a:r>
              <a:rPr lang="en-US" dirty="0"/>
              <a:t>Title, content, image</a:t>
            </a:r>
          </a:p>
        </p:txBody>
      </p:sp>
      <p:sp>
        <p:nvSpPr>
          <p:cNvPr id="24" name="Content Placeholder 10">
            <a:extLst>
              <a:ext uri="{FF2B5EF4-FFF2-40B4-BE49-F238E27FC236}">
                <a16:creationId xmlns:a16="http://schemas.microsoft.com/office/drawing/2014/main" id="{5089E6D9-5497-C520-A875-76DB5C71436E}"/>
              </a:ext>
            </a:extLst>
          </p:cNvPr>
          <p:cNvSpPr>
            <a:spLocks noGrp="1"/>
          </p:cNvSpPr>
          <p:nvPr>
            <p:ph sz="quarter" idx="15" hasCustomPrompt="1"/>
          </p:nvPr>
        </p:nvSpPr>
        <p:spPr>
          <a:xfrm>
            <a:off x="419100" y="3298213"/>
            <a:ext cx="5638800" cy="1172894"/>
          </a:xfrm>
        </p:spPr>
        <p:txBody>
          <a:bodyPr>
            <a:noAutofit/>
          </a:bodyPr>
          <a:lstStyle>
            <a:lvl1pPr marL="0" indent="0">
              <a:buNone/>
              <a:defRPr>
                <a:solidFill>
                  <a:schemeClr val="tx1"/>
                </a:solidFill>
              </a:defRPr>
            </a:lvl1pPr>
          </a:lstStyle>
          <a:p>
            <a:pPr lvl="0"/>
            <a:r>
              <a:rPr lang="en-US"/>
              <a:t>Enter slide content</a:t>
            </a:r>
          </a:p>
        </p:txBody>
      </p:sp>
      <p:sp>
        <p:nvSpPr>
          <p:cNvPr id="21" name="Slide Number Placeholder 24">
            <a:extLst>
              <a:ext uri="{FF2B5EF4-FFF2-40B4-BE49-F238E27FC236}">
                <a16:creationId xmlns:a16="http://schemas.microsoft.com/office/drawing/2014/main" id="{2D342FEB-5ABB-D6F6-9D76-C16AE6388620}"/>
              </a:ext>
            </a:extLst>
          </p:cNvPr>
          <p:cNvSpPr>
            <a:spLocks noGrp="1"/>
          </p:cNvSpPr>
          <p:nvPr>
            <p:ph type="sldNum" sz="quarter" idx="18"/>
          </p:nvPr>
        </p:nvSpPr>
        <p:spPr>
          <a:xfrm>
            <a:off x="9105901" y="6348151"/>
            <a:ext cx="2743200" cy="365125"/>
          </a:xfrm>
        </p:spPr>
        <p:txBody>
          <a:bodyPr/>
          <a:lstStyle/>
          <a:p>
            <a:fld id="{DC503246-BBCE-4F0A-BCDC-08FC4C52637D}" type="slidenum">
              <a:rPr lang="en-US" smtClean="0"/>
              <a:pPr/>
              <a:t>‹#›</a:t>
            </a:fld>
            <a:endParaRPr lang="en-US"/>
          </a:p>
        </p:txBody>
      </p:sp>
      <p:sp>
        <p:nvSpPr>
          <p:cNvPr id="25" name="TextBox 3">
            <a:extLst>
              <a:ext uri="{FF2B5EF4-FFF2-40B4-BE49-F238E27FC236}">
                <a16:creationId xmlns:a16="http://schemas.microsoft.com/office/drawing/2014/main" id="{37AF9C0F-78D6-C8FA-F021-585739AA488C}"/>
              </a:ext>
            </a:extLst>
          </p:cNvPr>
          <p:cNvSpPr txBox="1">
            <a:spLocks noChangeArrowheads="1"/>
          </p:cNvSpPr>
          <p:nvPr userDrawn="1"/>
        </p:nvSpPr>
        <p:spPr bwMode="white">
          <a:xfrm>
            <a:off x="1215838" y="6476853"/>
            <a:ext cx="4570840" cy="107722"/>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a:r>
              <a:rPr lang="en-US" sz="700" dirty="0">
                <a:solidFill>
                  <a:schemeClr val="tx2"/>
                </a:solidFill>
              </a:rPr>
              <a:t>© </a:t>
            </a:r>
            <a:fld id="{C09C7244-04FA-4945-8501-81AE75998B9F}" type="datetimeyyyy">
              <a:rPr lang="en-US" sz="700" smtClean="0">
                <a:solidFill>
                  <a:schemeClr val="tx2"/>
                </a:solidFill>
              </a:rPr>
              <a:pPr algn="l"/>
              <a:t>2025</a:t>
            </a:fld>
            <a:r>
              <a:rPr lang="en-US" sz="700" dirty="0">
                <a:solidFill>
                  <a:schemeClr val="tx2"/>
                </a:solidFill>
              </a:rPr>
              <a:t>, Amazon Web Services, Inc. or its affiliates. All rights reserved. </a:t>
            </a:r>
            <a:r>
              <a:rPr lang="en-US" sz="700" b="1" dirty="0">
                <a:solidFill>
                  <a:schemeClr val="tx2"/>
                </a:solidFill>
              </a:rPr>
              <a:t>Amazon Confidential and Trademark.</a:t>
            </a:r>
          </a:p>
        </p:txBody>
      </p:sp>
      <p:pic>
        <p:nvPicPr>
          <p:cNvPr id="26" name="Graphic 25">
            <a:extLst>
              <a:ext uri="{FF2B5EF4-FFF2-40B4-BE49-F238E27FC236}">
                <a16:creationId xmlns:a16="http://schemas.microsoft.com/office/drawing/2014/main" id="{5F0596F6-67F4-A538-E79D-9B2D05719A5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0" y="6428661"/>
            <a:ext cx="388818" cy="232516"/>
          </a:xfrm>
          <a:prstGeom prst="rect">
            <a:avLst/>
          </a:prstGeom>
        </p:spPr>
      </p:pic>
    </p:spTree>
    <p:extLst>
      <p:ext uri="{BB962C8B-B14F-4D97-AF65-F5344CB8AC3E}">
        <p14:creationId xmlns:p14="http://schemas.microsoft.com/office/powerpoint/2010/main" val="392811072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Full bleed photo">
    <p:spTree>
      <p:nvGrpSpPr>
        <p:cNvPr id="1" name=""/>
        <p:cNvGrpSpPr/>
        <p:nvPr/>
      </p:nvGrpSpPr>
      <p:grpSpPr>
        <a:xfrm>
          <a:off x="0" y="0"/>
          <a:ext cx="0" cy="0"/>
          <a:chOff x="0" y="0"/>
          <a:chExt cx="0" cy="0"/>
        </a:xfrm>
      </p:grpSpPr>
      <p:sp>
        <p:nvSpPr>
          <p:cNvPr id="16" name="Picture Placeholder 6">
            <a:extLst>
              <a:ext uri="{FF2B5EF4-FFF2-40B4-BE49-F238E27FC236}">
                <a16:creationId xmlns:a16="http://schemas.microsoft.com/office/drawing/2014/main" id="{A27BB3CF-1205-0027-049B-BD3567B2E330}"/>
              </a:ext>
            </a:extLst>
          </p:cNvPr>
          <p:cNvSpPr>
            <a:spLocks noGrp="1"/>
          </p:cNvSpPr>
          <p:nvPr>
            <p:ph type="pic" sz="quarter" idx="13" hasCustomPrompt="1"/>
          </p:nvPr>
        </p:nvSpPr>
        <p:spPr>
          <a:xfrm>
            <a:off x="0" y="0"/>
            <a:ext cx="12192000" cy="6858000"/>
          </a:xfrm>
          <a:prstGeom prst="rect">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5" name="Slide Number Placeholder 24">
            <a:extLst>
              <a:ext uri="{FF2B5EF4-FFF2-40B4-BE49-F238E27FC236}">
                <a16:creationId xmlns:a16="http://schemas.microsoft.com/office/drawing/2014/main" id="{13840F62-9717-90C6-6842-D1AA2CF349E3}"/>
              </a:ext>
            </a:extLst>
          </p:cNvPr>
          <p:cNvSpPr>
            <a:spLocks noGrp="1"/>
          </p:cNvSpPr>
          <p:nvPr>
            <p:ph type="sldNum" sz="quarter" idx="18"/>
          </p:nvPr>
        </p:nvSpPr>
        <p:spPr/>
        <p:txBody>
          <a:bodyPr/>
          <a:lstStyle/>
          <a:p>
            <a:fld id="{DC503246-BBCE-4F0A-BCDC-08FC4C52637D}" type="slidenum">
              <a:rPr lang="en-US" smtClean="0"/>
              <a:pPr/>
              <a:t>‹#›</a:t>
            </a:fld>
            <a:endParaRPr lang="en-US"/>
          </a:p>
        </p:txBody>
      </p:sp>
      <p:sp>
        <p:nvSpPr>
          <p:cNvPr id="20" name="Title 2">
            <a:extLst>
              <a:ext uri="{FF2B5EF4-FFF2-40B4-BE49-F238E27FC236}">
                <a16:creationId xmlns:a16="http://schemas.microsoft.com/office/drawing/2014/main" id="{8478C7A9-D31C-969E-487C-F31C96AF24FE}"/>
              </a:ext>
            </a:extLst>
          </p:cNvPr>
          <p:cNvSpPr>
            <a:spLocks noGrp="1"/>
          </p:cNvSpPr>
          <p:nvPr>
            <p:ph type="title" hasCustomPrompt="1"/>
          </p:nvPr>
        </p:nvSpPr>
        <p:spPr>
          <a:xfrm>
            <a:off x="0" y="-796413"/>
            <a:ext cx="12192000" cy="786888"/>
          </a:xfrm>
        </p:spPr>
        <p:txBody>
          <a:bodyPr/>
          <a:lstStyle>
            <a:lvl1pPr>
              <a:defRPr sz="2400">
                <a:solidFill>
                  <a:schemeClr val="bg1">
                    <a:lumMod val="65000"/>
                    <a:lumOff val="35000"/>
                  </a:schemeClr>
                </a:solidFill>
              </a:defRPr>
            </a:lvl1pPr>
          </a:lstStyle>
          <a:p>
            <a:r>
              <a:rPr lang="en-US" dirty="0"/>
              <a:t>Full-screen image layout (enter descriptive title here for accessibility)</a:t>
            </a:r>
          </a:p>
        </p:txBody>
      </p:sp>
      <p:sp>
        <p:nvSpPr>
          <p:cNvPr id="2" name="TextBox 3">
            <a:extLst>
              <a:ext uri="{FF2B5EF4-FFF2-40B4-BE49-F238E27FC236}">
                <a16:creationId xmlns:a16="http://schemas.microsoft.com/office/drawing/2014/main" id="{975790CC-B351-3482-49CC-15C1664D3AA2}"/>
              </a:ext>
            </a:extLst>
          </p:cNvPr>
          <p:cNvSpPr txBox="1">
            <a:spLocks noChangeArrowheads="1"/>
          </p:cNvSpPr>
          <p:nvPr userDrawn="1"/>
        </p:nvSpPr>
        <p:spPr bwMode="white">
          <a:xfrm>
            <a:off x="1215838" y="6476853"/>
            <a:ext cx="4570840" cy="107722"/>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a:r>
              <a:rPr lang="en-US" sz="700" dirty="0">
                <a:solidFill>
                  <a:schemeClr val="tx2"/>
                </a:solidFill>
              </a:rPr>
              <a:t>© </a:t>
            </a:r>
            <a:fld id="{C09C7244-04FA-4945-8501-81AE75998B9F}" type="datetimeyyyy">
              <a:rPr lang="en-US" sz="700" smtClean="0">
                <a:solidFill>
                  <a:schemeClr val="tx2"/>
                </a:solidFill>
              </a:rPr>
              <a:pPr algn="l"/>
              <a:t>2025</a:t>
            </a:fld>
            <a:r>
              <a:rPr lang="en-US" sz="700" dirty="0">
                <a:solidFill>
                  <a:schemeClr val="tx2"/>
                </a:solidFill>
              </a:rPr>
              <a:t>, Amazon Web Services, Inc. or its affiliates. All rights reserved. </a:t>
            </a:r>
            <a:r>
              <a:rPr lang="en-US" sz="700" b="1" dirty="0">
                <a:solidFill>
                  <a:schemeClr val="tx2"/>
                </a:solidFill>
              </a:rPr>
              <a:t>Amazon Confidential and Trademark.</a:t>
            </a:r>
          </a:p>
        </p:txBody>
      </p:sp>
      <p:pic>
        <p:nvPicPr>
          <p:cNvPr id="3" name="Graphic 2">
            <a:extLst>
              <a:ext uri="{FF2B5EF4-FFF2-40B4-BE49-F238E27FC236}">
                <a16:creationId xmlns:a16="http://schemas.microsoft.com/office/drawing/2014/main" id="{F2CE0EEE-C37B-EBB9-2A0D-0076CDE5D41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0" y="6428661"/>
            <a:ext cx="388818" cy="232516"/>
          </a:xfrm>
          <a:prstGeom prst="rect">
            <a:avLst/>
          </a:prstGeom>
        </p:spPr>
      </p:pic>
    </p:spTree>
    <p:extLst>
      <p:ext uri="{BB962C8B-B14F-4D97-AF65-F5344CB8AC3E}">
        <p14:creationId xmlns:p14="http://schemas.microsoft.com/office/powerpoint/2010/main" val="138217686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7282940-4CB7-443C-9F56-FCA13ED5692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50000"/>
                    </a14:imgEffect>
                  </a14:imgLayer>
                </a14:imgProps>
              </a:ext>
            </a:extLst>
          </a:blip>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02268E66-E2A6-42E7-9D25-CF980511A875}"/>
              </a:ext>
            </a:extLst>
          </p:cNvPr>
          <p:cNvSpPr>
            <a:spLocks noGrp="1"/>
          </p:cNvSpPr>
          <p:nvPr>
            <p:ph type="media" sz="quarter" idx="10" hasCustomPrompt="1"/>
          </p:nvPr>
        </p:nvSpPr>
        <p:spPr>
          <a:xfrm>
            <a:off x="0" y="0"/>
            <a:ext cx="12192000" cy="6858000"/>
          </a:xfrm>
        </p:spPr>
        <p:txBody>
          <a:bodyPr anchor="ctr">
            <a:noAutofit/>
          </a:bodyPr>
          <a:lstStyle>
            <a:lvl1pPr marL="800100" indent="0">
              <a:buNone/>
              <a:defRPr/>
            </a:lvl1pPr>
          </a:lstStyle>
          <a:p>
            <a:r>
              <a:rPr lang="en-US"/>
              <a:t>Click icon to add video</a:t>
            </a:r>
          </a:p>
        </p:txBody>
      </p:sp>
      <p:sp>
        <p:nvSpPr>
          <p:cNvPr id="3" name="Title 2">
            <a:extLst>
              <a:ext uri="{FF2B5EF4-FFF2-40B4-BE49-F238E27FC236}">
                <a16:creationId xmlns:a16="http://schemas.microsoft.com/office/drawing/2014/main" id="{33CFD226-D826-41A8-94B2-5E84F7FD8BFB}"/>
              </a:ext>
            </a:extLst>
          </p:cNvPr>
          <p:cNvSpPr>
            <a:spLocks noGrp="1"/>
          </p:cNvSpPr>
          <p:nvPr>
            <p:ph type="title" hasCustomPrompt="1"/>
          </p:nvPr>
        </p:nvSpPr>
        <p:spPr>
          <a:xfrm>
            <a:off x="0" y="-647700"/>
            <a:ext cx="12578080" cy="638175"/>
          </a:xfrm>
        </p:spPr>
        <p:txBody>
          <a:bodyPr/>
          <a:lstStyle>
            <a:lvl1pPr>
              <a:defRPr sz="2400">
                <a:solidFill>
                  <a:schemeClr val="bg1">
                    <a:lumMod val="65000"/>
                    <a:lumOff val="35000"/>
                  </a:schemeClr>
                </a:solidFill>
              </a:defRPr>
            </a:lvl1pPr>
          </a:lstStyle>
          <a:p>
            <a:r>
              <a:rPr lang="en-US" dirty="0"/>
              <a:t>Video layout (enter descriptive title here for accessibility)</a:t>
            </a:r>
          </a:p>
        </p:txBody>
      </p:sp>
      <p:sp>
        <p:nvSpPr>
          <p:cNvPr id="2" name="Rectangle 1">
            <a:extLst>
              <a:ext uri="{FF2B5EF4-FFF2-40B4-BE49-F238E27FC236}">
                <a16:creationId xmlns:a16="http://schemas.microsoft.com/office/drawing/2014/main" id="{A853F2CA-DBDA-7C9C-7425-2211FA522263}"/>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Slide Number Placeholder 5">
            <a:extLst>
              <a:ext uri="{FF2B5EF4-FFF2-40B4-BE49-F238E27FC236}">
                <a16:creationId xmlns:a16="http://schemas.microsoft.com/office/drawing/2014/main" id="{91A54A77-5BB6-7F8B-8C57-EEED32062115}"/>
              </a:ext>
            </a:extLst>
          </p:cNvPr>
          <p:cNvSpPr>
            <a:spLocks noGrp="1"/>
          </p:cNvSpPr>
          <p:nvPr>
            <p:ph type="sldNum" sz="quarter" idx="13"/>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308012363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with Bulle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425038" y="1485900"/>
            <a:ext cx="5562600"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6216240" y="1485900"/>
            <a:ext cx="5638799"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58F972C-BC06-47DF-30E0-A830095B32CE}"/>
              </a:ext>
            </a:extLst>
          </p:cNvPr>
          <p:cNvSpPr>
            <a:spLocks noGrp="1"/>
          </p:cNvSpPr>
          <p:nvPr>
            <p:ph type="sldNum" sz="quarter" idx="12"/>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3664073250"/>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47F764-8D3D-4D65-9DEE-EB4D76A91939}"/>
              </a:ext>
            </a:extLst>
          </p:cNvPr>
          <p:cNvSpPr>
            <a:spLocks noGrp="1"/>
          </p:cNvSpPr>
          <p:nvPr>
            <p:ph type="body" idx="1" hasCustomPrompt="1"/>
          </p:nvPr>
        </p:nvSpPr>
        <p:spPr>
          <a:xfrm>
            <a:off x="419100" y="1371600"/>
            <a:ext cx="5562597" cy="480131"/>
          </a:xfrm>
        </p:spPr>
        <p:txBody>
          <a:bodyPr anchor="b"/>
          <a:lstStyle>
            <a:lvl1pPr marL="0" indent="0">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a:t>
            </a:r>
          </a:p>
        </p:txBody>
      </p:sp>
      <p:sp>
        <p:nvSpPr>
          <p:cNvPr id="4" name="Content Placeholder 3">
            <a:extLst>
              <a:ext uri="{FF2B5EF4-FFF2-40B4-BE49-F238E27FC236}">
                <a16:creationId xmlns:a16="http://schemas.microsoft.com/office/drawing/2014/main" id="{1FFD69C2-FBB8-4670-938B-F05693537C12}"/>
              </a:ext>
            </a:extLst>
          </p:cNvPr>
          <p:cNvSpPr>
            <a:spLocks noGrp="1"/>
          </p:cNvSpPr>
          <p:nvPr>
            <p:ph sz="half" idx="2" hasCustomPrompt="1"/>
          </p:nvPr>
        </p:nvSpPr>
        <p:spPr>
          <a:xfrm>
            <a:off x="419100" y="2041412"/>
            <a:ext cx="5562597" cy="2000548"/>
          </a:xfrm>
        </p:spPr>
        <p:txBody>
          <a:bodyPr/>
          <a:lstStyle>
            <a:lvl1pPr marL="342900" indent="-342900">
              <a:lnSpc>
                <a:spcPct val="100000"/>
              </a:lnSpc>
              <a:buFont typeface="Arial" panose="020B0604020202020204" pitchFamily="34" charset="0"/>
              <a:buChar char="•"/>
              <a:defRPr sz="2400"/>
            </a:lvl1pPr>
            <a:lvl2pPr marL="571500" indent="-342900">
              <a:lnSpc>
                <a:spcPct val="100000"/>
              </a:lnSpc>
              <a:buFont typeface="Arial" panose="020B0604020202020204" pitchFamily="34" charset="0"/>
              <a:buChar char="•"/>
              <a:defRPr sz="2000"/>
            </a:lvl2pPr>
            <a:lvl3pPr marL="742950" indent="-285750">
              <a:lnSpc>
                <a:spcPct val="100000"/>
              </a:lnSpc>
              <a:buFont typeface="Arial" panose="020B0604020202020204" pitchFamily="34" charset="0"/>
              <a:buChar char="•"/>
              <a:defRPr sz="1800"/>
            </a:lvl3pPr>
            <a:lvl4pPr marL="971550" indent="-285750">
              <a:lnSpc>
                <a:spcPct val="100000"/>
              </a:lnSpc>
              <a:buFont typeface="Arial" panose="020B0604020202020204" pitchFamily="34" charset="0"/>
              <a:buChar char="•"/>
              <a:defRPr sz="1600"/>
            </a:lvl4pPr>
            <a:lvl5pPr marL="971550" indent="-285750">
              <a:lnSpc>
                <a:spcPct val="100000"/>
              </a:lnSpc>
              <a:buFont typeface="Arial" panose="020B0604020202020204" pitchFamily="34" charset="0"/>
              <a:buChar char="•"/>
              <a:defRPr sz="16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122A0D-CA84-4D80-B7CB-26EC3C0607BA}"/>
              </a:ext>
            </a:extLst>
          </p:cNvPr>
          <p:cNvSpPr>
            <a:spLocks noGrp="1"/>
          </p:cNvSpPr>
          <p:nvPr>
            <p:ph type="body" sz="quarter" idx="3" hasCustomPrompt="1"/>
          </p:nvPr>
        </p:nvSpPr>
        <p:spPr>
          <a:xfrm>
            <a:off x="6210304" y="1371600"/>
            <a:ext cx="5638798" cy="480131"/>
          </a:xfrm>
        </p:spPr>
        <p:txBody>
          <a:bodyPr anchor="b"/>
          <a:lstStyle>
            <a:lvl1pPr marL="0" indent="0">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a:t>
            </a:r>
          </a:p>
        </p:txBody>
      </p:sp>
      <p:sp>
        <p:nvSpPr>
          <p:cNvPr id="6" name="Content Placeholder 5">
            <a:extLst>
              <a:ext uri="{FF2B5EF4-FFF2-40B4-BE49-F238E27FC236}">
                <a16:creationId xmlns:a16="http://schemas.microsoft.com/office/drawing/2014/main" id="{7521A746-02E0-4C53-AAE0-D0AE61EBDA6B}"/>
              </a:ext>
            </a:extLst>
          </p:cNvPr>
          <p:cNvSpPr>
            <a:spLocks noGrp="1"/>
          </p:cNvSpPr>
          <p:nvPr>
            <p:ph sz="quarter" idx="4" hasCustomPrompt="1"/>
          </p:nvPr>
        </p:nvSpPr>
        <p:spPr>
          <a:xfrm>
            <a:off x="6210303" y="2041412"/>
            <a:ext cx="5638797" cy="2000548"/>
          </a:xfrm>
        </p:spPr>
        <p:txBody>
          <a:bodyPr/>
          <a:lstStyle>
            <a:lvl1pPr marL="342900" indent="-342900">
              <a:lnSpc>
                <a:spcPct val="100000"/>
              </a:lnSpc>
              <a:buFont typeface="Arial" panose="020B0604020202020204" pitchFamily="34" charset="0"/>
              <a:buChar char="•"/>
              <a:defRPr sz="2400"/>
            </a:lvl1pPr>
            <a:lvl2pPr marL="571500" indent="-342900">
              <a:lnSpc>
                <a:spcPct val="100000"/>
              </a:lnSpc>
              <a:buFont typeface="Arial" panose="020B0604020202020204" pitchFamily="34" charset="0"/>
              <a:buChar char="•"/>
              <a:defRPr sz="2000"/>
            </a:lvl2pPr>
            <a:lvl3pPr marL="742950" indent="-285750">
              <a:lnSpc>
                <a:spcPct val="100000"/>
              </a:lnSpc>
              <a:buFont typeface="Arial" panose="020B0604020202020204" pitchFamily="34" charset="0"/>
              <a:buChar char="•"/>
              <a:defRPr sz="1800"/>
            </a:lvl3pPr>
            <a:lvl4pPr marL="971550" indent="-285750">
              <a:lnSpc>
                <a:spcPct val="100000"/>
              </a:lnSpc>
              <a:buFont typeface="Arial" panose="020B0604020202020204" pitchFamily="34" charset="0"/>
              <a:buChar char="•"/>
              <a:defRPr sz="1600"/>
            </a:lvl4pPr>
            <a:lvl5pPr marL="971550" indent="-285750">
              <a:lnSpc>
                <a:spcPct val="100000"/>
              </a:lnSpc>
              <a:buFont typeface="Arial" panose="020B0604020202020204" pitchFamily="34" charset="0"/>
              <a:buChar char="•"/>
              <a:defRPr sz="16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8969BC07-3935-2013-6259-7B3410B30B59}"/>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10" name="Title 1">
            <a:extLst>
              <a:ext uri="{FF2B5EF4-FFF2-40B4-BE49-F238E27FC236}">
                <a16:creationId xmlns:a16="http://schemas.microsoft.com/office/drawing/2014/main" id="{E28D7165-8EDA-CC8C-3250-C5B8025510A5}"/>
              </a:ext>
            </a:extLst>
          </p:cNvPr>
          <p:cNvSpPr>
            <a:spLocks noGrp="1"/>
          </p:cNvSpPr>
          <p:nvPr>
            <p:ph type="title" hasCustomPrompt="1"/>
          </p:nvPr>
        </p:nvSpPr>
        <p:spPr>
          <a:xfrm>
            <a:off x="425038" y="355015"/>
            <a:ext cx="11430001" cy="638175"/>
          </a:xfrm>
        </p:spPr>
        <p:txBody>
          <a:bodyPr/>
          <a:lstStyle>
            <a:lvl1pPr>
              <a:defRPr/>
            </a:lvl1pPr>
          </a:lstStyle>
          <a:p>
            <a:r>
              <a:rPr lang="en-US" dirty="0"/>
              <a:t>Comparison layout</a:t>
            </a:r>
          </a:p>
        </p:txBody>
      </p:sp>
    </p:spTree>
    <p:extLst>
      <p:ext uri="{BB962C8B-B14F-4D97-AF65-F5344CB8AC3E}">
        <p14:creationId xmlns:p14="http://schemas.microsoft.com/office/powerpoint/2010/main" val="832035898"/>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lit content with header">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a:xfrm>
            <a:off x="425039" y="1379022"/>
            <a:ext cx="11429999" cy="1231106"/>
          </a:xfrm>
        </p:spPr>
        <p:txBody>
          <a:bodyPr/>
          <a:lstStyle>
            <a:lvl1pPr marL="0" indent="0">
              <a:lnSpc>
                <a:spcPct val="100000"/>
              </a:lnSpc>
              <a:buNone/>
              <a:defRPr sz="2000"/>
            </a:lvl1pPr>
            <a:lvl2pPr marL="228600" indent="0">
              <a:lnSpc>
                <a:spcPct val="100000"/>
              </a:lnSpc>
              <a:buNone/>
              <a:defRPr sz="1800"/>
            </a:lvl2pPr>
            <a:lvl3pPr marL="457200" indent="0">
              <a:lnSpc>
                <a:spcPct val="100000"/>
              </a:lnSpc>
              <a:buNone/>
              <a:defRPr sz="1600"/>
            </a:lvl3pPr>
            <a:lvl4pPr marL="685800" indent="0">
              <a:buNone/>
              <a:defRPr sz="1400"/>
            </a:lvl4pPr>
            <a:lvl5pPr marL="685800" indent="0">
              <a:buNone/>
              <a:defRPr sz="1400"/>
            </a:lvl5pPr>
          </a:lstStyle>
          <a:p>
            <a:pPr lvl="0"/>
            <a:r>
              <a:rPr lang="en-US" dirty="0"/>
              <a:t>Enter slide content</a:t>
            </a:r>
          </a:p>
          <a:p>
            <a:pPr lvl="1"/>
            <a:r>
              <a:rPr lang="en-US" dirty="0"/>
              <a:t>Second level</a:t>
            </a:r>
          </a:p>
          <a:p>
            <a:pPr lvl="2"/>
            <a:r>
              <a:rPr lang="en-US" dirty="0"/>
              <a:t>Third level</a:t>
            </a:r>
          </a:p>
        </p:txBody>
      </p:sp>
      <p:sp>
        <p:nvSpPr>
          <p:cNvPr id="5" name="Content Placeholder 2">
            <a:extLst>
              <a:ext uri="{FF2B5EF4-FFF2-40B4-BE49-F238E27FC236}">
                <a16:creationId xmlns:a16="http://schemas.microsoft.com/office/drawing/2014/main" id="{F6AACF00-959A-2B82-CD02-0DA478B13B18}"/>
              </a:ext>
            </a:extLst>
          </p:cNvPr>
          <p:cNvSpPr>
            <a:spLocks noGrp="1"/>
          </p:cNvSpPr>
          <p:nvPr>
            <p:ph sz="half" idx="10" hasCustomPrompt="1"/>
          </p:nvPr>
        </p:nvSpPr>
        <p:spPr>
          <a:xfrm>
            <a:off x="425038" y="2984229"/>
            <a:ext cx="5448300" cy="1815882"/>
          </a:xfrm>
        </p:spPr>
        <p:txBody>
          <a:bodyPr/>
          <a:lstStyle>
            <a:lvl1pPr>
              <a:lnSpc>
                <a:spcPct val="100000"/>
              </a:lnSpc>
              <a:defRPr sz="20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74962A34-26C7-E1E9-09A4-2844AB099321}"/>
              </a:ext>
            </a:extLst>
          </p:cNvPr>
          <p:cNvSpPr>
            <a:spLocks noGrp="1"/>
          </p:cNvSpPr>
          <p:nvPr>
            <p:ph sz="half" idx="2" hasCustomPrompt="1"/>
          </p:nvPr>
        </p:nvSpPr>
        <p:spPr>
          <a:xfrm>
            <a:off x="6292438" y="2984229"/>
            <a:ext cx="5562600" cy="1815882"/>
          </a:xfrm>
        </p:spPr>
        <p:txBody>
          <a:bodyPr/>
          <a:lstStyle>
            <a:lvl1pPr>
              <a:lnSpc>
                <a:spcPct val="100000"/>
              </a:lnSpc>
              <a:defRPr sz="20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0AB8E86-AED5-C3BE-7AD3-F6DCA34E8A58}"/>
              </a:ext>
            </a:extLst>
          </p:cNvPr>
          <p:cNvSpPr>
            <a:spLocks noGrp="1"/>
          </p:cNvSpPr>
          <p:nvPr>
            <p:ph type="sldNum" sz="quarter" idx="13"/>
          </p:nvPr>
        </p:nvSpPr>
        <p:spPr/>
        <p:txBody>
          <a:bodyPr/>
          <a:lstStyle/>
          <a:p>
            <a:fld id="{DC503246-BBCE-4F0A-BCDC-08FC4C52637D}" type="slidenum">
              <a:rPr lang="en-US" smtClean="0"/>
              <a:pPr/>
              <a:t>‹#›</a:t>
            </a:fld>
            <a:endParaRPr lang="en-US"/>
          </a:p>
        </p:txBody>
      </p:sp>
      <p:sp>
        <p:nvSpPr>
          <p:cNvPr id="9" name="Title 1">
            <a:extLst>
              <a:ext uri="{FF2B5EF4-FFF2-40B4-BE49-F238E27FC236}">
                <a16:creationId xmlns:a16="http://schemas.microsoft.com/office/drawing/2014/main" id="{1AA73074-962E-13D2-2EF9-82F3F36E515A}"/>
              </a:ext>
            </a:extLst>
          </p:cNvPr>
          <p:cNvSpPr>
            <a:spLocks noGrp="1"/>
          </p:cNvSpPr>
          <p:nvPr>
            <p:ph type="title" hasCustomPrompt="1"/>
          </p:nvPr>
        </p:nvSpPr>
        <p:spPr>
          <a:xfrm>
            <a:off x="425038" y="355015"/>
            <a:ext cx="11430001" cy="638175"/>
          </a:xfrm>
        </p:spPr>
        <p:txBody>
          <a:bodyPr/>
          <a:lstStyle>
            <a:lvl1pPr>
              <a:defRPr/>
            </a:lvl1pPr>
          </a:lstStyle>
          <a:p>
            <a:r>
              <a:rPr lang="en-US" dirty="0"/>
              <a:t>Title and content layout</a:t>
            </a:r>
          </a:p>
        </p:txBody>
      </p:sp>
    </p:spTree>
    <p:extLst>
      <p:ext uri="{BB962C8B-B14F-4D97-AF65-F5344CB8AC3E}">
        <p14:creationId xmlns:p14="http://schemas.microsoft.com/office/powerpoint/2010/main" val="151708638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with Subtitle">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420624" y="1714500"/>
            <a:ext cx="5561076"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04959F6-41EE-4D17-B71F-BB0F4BB3DB42}"/>
              </a:ext>
            </a:extLst>
          </p:cNvPr>
          <p:cNvSpPr>
            <a:spLocks noGrp="1"/>
          </p:cNvSpPr>
          <p:nvPr>
            <p:ph sz="quarter" idx="12" hasCustomPrompt="1"/>
          </p:nvPr>
        </p:nvSpPr>
        <p:spPr>
          <a:xfrm>
            <a:off x="6210300" y="1714500"/>
            <a:ext cx="5638800"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0AF73073-4B40-0F12-6C67-94486BFE7236}"/>
              </a:ext>
            </a:extLst>
          </p:cNvPr>
          <p:cNvSpPr>
            <a:spLocks noGrp="1"/>
          </p:cNvSpPr>
          <p:nvPr>
            <p:ph type="sldNum" sz="quarter" idx="15"/>
          </p:nvPr>
        </p:nvSpPr>
        <p:spPr/>
        <p:txBody>
          <a:bodyPr/>
          <a:lstStyle/>
          <a:p>
            <a:fld id="{DC503246-BBCE-4F0A-BCDC-08FC4C52637D}" type="slidenum">
              <a:rPr lang="en-US" smtClean="0"/>
              <a:pPr/>
              <a:t>‹#›</a:t>
            </a:fld>
            <a:endParaRPr lang="en-US"/>
          </a:p>
        </p:txBody>
      </p:sp>
      <p:sp>
        <p:nvSpPr>
          <p:cNvPr id="9" name="Text Placeholder 3">
            <a:extLst>
              <a:ext uri="{FF2B5EF4-FFF2-40B4-BE49-F238E27FC236}">
                <a16:creationId xmlns:a16="http://schemas.microsoft.com/office/drawing/2014/main" id="{746169A4-A79D-A352-C55C-454B12379E4F}"/>
              </a:ext>
            </a:extLst>
          </p:cNvPr>
          <p:cNvSpPr>
            <a:spLocks noGrp="1"/>
          </p:cNvSpPr>
          <p:nvPr>
            <p:ph type="body" sz="quarter" idx="10" hasCustomPrompt="1"/>
          </p:nvPr>
        </p:nvSpPr>
        <p:spPr>
          <a:xfrm>
            <a:off x="432651" y="1087476"/>
            <a:ext cx="11416448"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0" name="Title 1">
            <a:extLst>
              <a:ext uri="{FF2B5EF4-FFF2-40B4-BE49-F238E27FC236}">
                <a16:creationId xmlns:a16="http://schemas.microsoft.com/office/drawing/2014/main" id="{0777CA96-CA32-986F-575E-A03423534F03}"/>
              </a:ext>
            </a:extLst>
          </p:cNvPr>
          <p:cNvSpPr>
            <a:spLocks noGrp="1"/>
          </p:cNvSpPr>
          <p:nvPr>
            <p:ph type="title" hasCustomPrompt="1"/>
          </p:nvPr>
        </p:nvSpPr>
        <p:spPr>
          <a:xfrm>
            <a:off x="425038" y="355015"/>
            <a:ext cx="11424061" cy="638175"/>
          </a:xfrm>
        </p:spPr>
        <p:txBody>
          <a:bodyPr/>
          <a:lstStyle>
            <a:lvl1pPr>
              <a:defRPr/>
            </a:lvl1pPr>
          </a:lstStyle>
          <a:p>
            <a:r>
              <a:rPr lang="en-US" dirty="0"/>
              <a:t>Two-column with subtitle layout</a:t>
            </a:r>
          </a:p>
        </p:txBody>
      </p:sp>
    </p:spTree>
    <p:extLst>
      <p:ext uri="{BB962C8B-B14F-4D97-AF65-F5344CB8AC3E}">
        <p14:creationId xmlns:p14="http://schemas.microsoft.com/office/powerpoint/2010/main" val="1228216090"/>
      </p:ext>
    </p:extLst>
  </p:cSld>
  <p:clrMapOvr>
    <a:masterClrMapping/>
  </p:clrMapOvr>
  <p:transition>
    <p:fade/>
  </p:transition>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3117784-3939-47DC-817E-56BA8ACDF9B6}"/>
              </a:ext>
            </a:extLst>
          </p:cNvPr>
          <p:cNvSpPr>
            <a:spLocks noGrp="1"/>
          </p:cNvSpPr>
          <p:nvPr>
            <p:ph sz="quarter" idx="11" hasCustomPrompt="1"/>
          </p:nvPr>
        </p:nvSpPr>
        <p:spPr>
          <a:xfrm>
            <a:off x="420624" y="1714500"/>
            <a:ext cx="5561076"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DD8E906-2D5C-440E-979E-D7FE653CDD23}"/>
              </a:ext>
            </a:extLst>
          </p:cNvPr>
          <p:cNvSpPr>
            <a:spLocks noGrp="1"/>
          </p:cNvSpPr>
          <p:nvPr>
            <p:ph sz="quarter" idx="12" hasCustomPrompt="1"/>
          </p:nvPr>
        </p:nvSpPr>
        <p:spPr>
          <a:xfrm>
            <a:off x="6210300" y="1714500"/>
            <a:ext cx="5638800"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7A73020A-D56C-DEFB-65AE-EA9611FAEE62}"/>
              </a:ext>
            </a:extLst>
          </p:cNvPr>
          <p:cNvSpPr>
            <a:spLocks noGrp="1"/>
          </p:cNvSpPr>
          <p:nvPr>
            <p:ph type="sldNum" sz="quarter" idx="15"/>
          </p:nvPr>
        </p:nvSpPr>
        <p:spPr/>
        <p:txBody>
          <a:bodyPr/>
          <a:lstStyle/>
          <a:p>
            <a:fld id="{DC503246-BBCE-4F0A-BCDC-08FC4C52637D}" type="slidenum">
              <a:rPr lang="en-US" smtClean="0"/>
              <a:pPr/>
              <a:t>‹#›</a:t>
            </a:fld>
            <a:endParaRPr lang="en-US"/>
          </a:p>
        </p:txBody>
      </p:sp>
      <p:sp>
        <p:nvSpPr>
          <p:cNvPr id="8" name="Text Placeholder 3">
            <a:extLst>
              <a:ext uri="{FF2B5EF4-FFF2-40B4-BE49-F238E27FC236}">
                <a16:creationId xmlns:a16="http://schemas.microsoft.com/office/drawing/2014/main" id="{FA801EF7-628F-A649-5DFF-3BD0E55F813E}"/>
              </a:ext>
            </a:extLst>
          </p:cNvPr>
          <p:cNvSpPr>
            <a:spLocks noGrp="1"/>
          </p:cNvSpPr>
          <p:nvPr>
            <p:ph type="body" sz="quarter" idx="10" hasCustomPrompt="1"/>
          </p:nvPr>
        </p:nvSpPr>
        <p:spPr>
          <a:xfrm>
            <a:off x="432651" y="1087476"/>
            <a:ext cx="11416448" cy="276999"/>
          </a:xfrm>
        </p:spPr>
        <p:txBody>
          <a:bodyPr/>
          <a:lstStyle>
            <a:lvl1pPr marL="0" indent="0">
              <a:lnSpc>
                <a:spcPct val="100000"/>
              </a:lnSpc>
              <a:spcAft>
                <a:spcPts val="1200"/>
              </a:spcAft>
              <a:buNone/>
              <a:defRPr sz="1200" b="1" cap="all" spc="3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0" name="Title 1">
            <a:extLst>
              <a:ext uri="{FF2B5EF4-FFF2-40B4-BE49-F238E27FC236}">
                <a16:creationId xmlns:a16="http://schemas.microsoft.com/office/drawing/2014/main" id="{049251E6-BE95-4702-8DE8-B00B145CAFA6}"/>
              </a:ext>
            </a:extLst>
          </p:cNvPr>
          <p:cNvSpPr>
            <a:spLocks noGrp="1"/>
          </p:cNvSpPr>
          <p:nvPr>
            <p:ph type="title" hasCustomPrompt="1"/>
          </p:nvPr>
        </p:nvSpPr>
        <p:spPr>
          <a:xfrm>
            <a:off x="425038" y="355015"/>
            <a:ext cx="11424061" cy="638175"/>
          </a:xfrm>
        </p:spPr>
        <p:txBody>
          <a:bodyPr/>
          <a:lstStyle>
            <a:lvl1pPr>
              <a:defRPr/>
            </a:lvl1pPr>
          </a:lstStyle>
          <a:p>
            <a:r>
              <a:rPr lang="en-US" dirty="0"/>
              <a:t>Two-column with subtitle layout</a:t>
            </a:r>
          </a:p>
        </p:txBody>
      </p:sp>
    </p:spTree>
    <p:extLst>
      <p:ext uri="{BB962C8B-B14F-4D97-AF65-F5344CB8AC3E}">
        <p14:creationId xmlns:p14="http://schemas.microsoft.com/office/powerpoint/2010/main" val="908151066"/>
      </p:ext>
    </p:extLst>
  </p:cSld>
  <p:clrMapOvr>
    <a:masterClrMapping/>
  </p:clrMapOvr>
  <p:transition>
    <p:fade/>
  </p:transition>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with images">
    <p:bg>
      <p:bgPr>
        <a:solidFill>
          <a:schemeClr val="bg1"/>
        </a:solidFill>
        <a:effectLst/>
      </p:bgPr>
    </p:bg>
    <p:spTree>
      <p:nvGrpSpPr>
        <p:cNvPr id="1" name=""/>
        <p:cNvGrpSpPr/>
        <p:nvPr/>
      </p:nvGrpSpPr>
      <p:grpSpPr>
        <a:xfrm>
          <a:off x="0" y="0"/>
          <a:ext cx="0" cy="0"/>
          <a:chOff x="0" y="0"/>
          <a:chExt cx="0" cy="0"/>
        </a:xfrm>
      </p:grpSpPr>
      <p:sp>
        <p:nvSpPr>
          <p:cNvPr id="20" name="Rectangle: Rounded Corners 8">
            <a:extLst>
              <a:ext uri="{FF2B5EF4-FFF2-40B4-BE49-F238E27FC236}">
                <a16:creationId xmlns:a16="http://schemas.microsoft.com/office/drawing/2014/main" id="{52A9D721-E861-5726-ED15-D85B27E33079}"/>
              </a:ext>
            </a:extLst>
          </p:cNvPr>
          <p:cNvSpPr/>
          <p:nvPr userDrawn="1"/>
        </p:nvSpPr>
        <p:spPr>
          <a:xfrm>
            <a:off x="419100" y="1371600"/>
            <a:ext cx="5531138" cy="4724400"/>
          </a:xfrm>
          <a:prstGeom prst="roundRect">
            <a:avLst>
              <a:gd name="adj" fmla="val 297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1" name="Rectangle: Rounded Corners 9">
            <a:extLst>
              <a:ext uri="{FF2B5EF4-FFF2-40B4-BE49-F238E27FC236}">
                <a16:creationId xmlns:a16="http://schemas.microsoft.com/office/drawing/2014/main" id="{EAD1E70E-986D-7358-8938-DF58B1437DC4}"/>
              </a:ext>
            </a:extLst>
          </p:cNvPr>
          <p:cNvSpPr/>
          <p:nvPr userDrawn="1"/>
        </p:nvSpPr>
        <p:spPr>
          <a:xfrm>
            <a:off x="6317962" y="1371600"/>
            <a:ext cx="5531138" cy="4724400"/>
          </a:xfrm>
          <a:prstGeom prst="roundRect">
            <a:avLst>
              <a:gd name="adj" fmla="val 281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2" name="Content Placeholder 2">
            <a:extLst>
              <a:ext uri="{FF2B5EF4-FFF2-40B4-BE49-F238E27FC236}">
                <a16:creationId xmlns:a16="http://schemas.microsoft.com/office/drawing/2014/main" id="{1528BA9E-5164-0A8B-BB33-4098B73E9960}"/>
              </a:ext>
            </a:extLst>
          </p:cNvPr>
          <p:cNvSpPr>
            <a:spLocks noGrp="1"/>
          </p:cNvSpPr>
          <p:nvPr>
            <p:ph sz="half" idx="1" hasCustomPrompt="1"/>
          </p:nvPr>
        </p:nvSpPr>
        <p:spPr>
          <a:xfrm>
            <a:off x="562841" y="4227283"/>
            <a:ext cx="5160818" cy="1687641"/>
          </a:xfrm>
        </p:spPr>
        <p:txBody>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23" name="Content Placeholder 3">
            <a:extLst>
              <a:ext uri="{FF2B5EF4-FFF2-40B4-BE49-F238E27FC236}">
                <a16:creationId xmlns:a16="http://schemas.microsoft.com/office/drawing/2014/main" id="{B3602169-7114-BC70-13CF-6B0B928430A8}"/>
              </a:ext>
            </a:extLst>
          </p:cNvPr>
          <p:cNvSpPr>
            <a:spLocks noGrp="1"/>
          </p:cNvSpPr>
          <p:nvPr>
            <p:ph sz="half" idx="2" hasCustomPrompt="1"/>
          </p:nvPr>
        </p:nvSpPr>
        <p:spPr>
          <a:xfrm>
            <a:off x="6468341" y="4227283"/>
            <a:ext cx="5160818" cy="1687641"/>
          </a:xfrm>
        </p:spPr>
        <p:txBody>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24" name="Picture Placeholder 6">
            <a:extLst>
              <a:ext uri="{FF2B5EF4-FFF2-40B4-BE49-F238E27FC236}">
                <a16:creationId xmlns:a16="http://schemas.microsoft.com/office/drawing/2014/main" id="{057719C2-D02D-5139-3712-7EAE10AD07BC}"/>
              </a:ext>
            </a:extLst>
          </p:cNvPr>
          <p:cNvSpPr>
            <a:spLocks noGrp="1"/>
          </p:cNvSpPr>
          <p:nvPr>
            <p:ph type="pic" sz="quarter" idx="10" hasCustomPrompt="1"/>
          </p:nvPr>
        </p:nvSpPr>
        <p:spPr>
          <a:xfrm>
            <a:off x="419100" y="1371600"/>
            <a:ext cx="5528604" cy="2748116"/>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5" name="Picture Placeholder 6">
            <a:extLst>
              <a:ext uri="{FF2B5EF4-FFF2-40B4-BE49-F238E27FC236}">
                <a16:creationId xmlns:a16="http://schemas.microsoft.com/office/drawing/2014/main" id="{B43301AC-6A90-E344-31FF-1B62EF56090B}"/>
              </a:ext>
            </a:extLst>
          </p:cNvPr>
          <p:cNvSpPr>
            <a:spLocks noGrp="1"/>
          </p:cNvSpPr>
          <p:nvPr>
            <p:ph type="pic" sz="quarter" idx="11" hasCustomPrompt="1"/>
          </p:nvPr>
        </p:nvSpPr>
        <p:spPr>
          <a:xfrm>
            <a:off x="6320496" y="1371600"/>
            <a:ext cx="5528604" cy="2748116"/>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6" name="Slide Number Placeholder 5">
            <a:extLst>
              <a:ext uri="{FF2B5EF4-FFF2-40B4-BE49-F238E27FC236}">
                <a16:creationId xmlns:a16="http://schemas.microsoft.com/office/drawing/2014/main" id="{44334738-D4D1-BBD3-73FF-B18823214338}"/>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27" name="Title 1">
            <a:extLst>
              <a:ext uri="{FF2B5EF4-FFF2-40B4-BE49-F238E27FC236}">
                <a16:creationId xmlns:a16="http://schemas.microsoft.com/office/drawing/2014/main" id="{02B09DC9-F71B-505C-799E-74C56AC7767B}"/>
              </a:ext>
            </a:extLst>
          </p:cNvPr>
          <p:cNvSpPr>
            <a:spLocks noGrp="1"/>
          </p:cNvSpPr>
          <p:nvPr>
            <p:ph type="title" hasCustomPrompt="1"/>
          </p:nvPr>
        </p:nvSpPr>
        <p:spPr>
          <a:xfrm>
            <a:off x="426562" y="342900"/>
            <a:ext cx="11422538" cy="649159"/>
          </a:xfrm>
        </p:spPr>
        <p:txBody>
          <a:bodyPr/>
          <a:lstStyle>
            <a:lvl1pPr>
              <a:defRPr/>
            </a:lvl1pPr>
          </a:lstStyle>
          <a:p>
            <a:r>
              <a:rPr lang="en-US" dirty="0"/>
              <a:t>Two-column layout</a:t>
            </a:r>
          </a:p>
        </p:txBody>
      </p:sp>
    </p:spTree>
    <p:extLst>
      <p:ext uri="{BB962C8B-B14F-4D97-AF65-F5344CB8AC3E}">
        <p14:creationId xmlns:p14="http://schemas.microsoft.com/office/powerpoint/2010/main" val="2820083854"/>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images split">
    <p:bg>
      <p:bgPr>
        <a:solidFill>
          <a:schemeClr val="bg1"/>
        </a:solidFill>
        <a:effectLst/>
      </p:bgPr>
    </p:bg>
    <p:spTree>
      <p:nvGrpSpPr>
        <p:cNvPr id="1" name=""/>
        <p:cNvGrpSpPr/>
        <p:nvPr/>
      </p:nvGrpSpPr>
      <p:grpSpPr>
        <a:xfrm>
          <a:off x="0" y="0"/>
          <a:ext cx="0" cy="0"/>
          <a:chOff x="0" y="0"/>
          <a:chExt cx="0" cy="0"/>
        </a:xfrm>
      </p:grpSpPr>
      <p:sp>
        <p:nvSpPr>
          <p:cNvPr id="12" name="Rectangle: Rounded Corners 8">
            <a:extLst>
              <a:ext uri="{FF2B5EF4-FFF2-40B4-BE49-F238E27FC236}">
                <a16:creationId xmlns:a16="http://schemas.microsoft.com/office/drawing/2014/main" id="{1E2270C4-C33E-1E7D-CD57-F6F5C9565DE6}"/>
              </a:ext>
            </a:extLst>
          </p:cNvPr>
          <p:cNvSpPr/>
          <p:nvPr userDrawn="1"/>
        </p:nvSpPr>
        <p:spPr>
          <a:xfrm>
            <a:off x="411042" y="1371600"/>
            <a:ext cx="11438059"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3" name="Title 1">
            <a:extLst>
              <a:ext uri="{FF2B5EF4-FFF2-40B4-BE49-F238E27FC236}">
                <a16:creationId xmlns:a16="http://schemas.microsoft.com/office/drawing/2014/main" id="{3EF7DF84-B876-2E67-626C-7A3C9B4BEB1D}"/>
              </a:ext>
            </a:extLst>
          </p:cNvPr>
          <p:cNvSpPr>
            <a:spLocks noGrp="1"/>
          </p:cNvSpPr>
          <p:nvPr>
            <p:ph type="title" hasCustomPrompt="1"/>
          </p:nvPr>
        </p:nvSpPr>
        <p:spPr>
          <a:xfrm>
            <a:off x="419100" y="342901"/>
            <a:ext cx="11429999" cy="647176"/>
          </a:xfrm>
        </p:spPr>
        <p:txBody>
          <a:bodyPr/>
          <a:lstStyle>
            <a:lvl1pPr>
              <a:defRPr/>
            </a:lvl1pPr>
          </a:lstStyle>
          <a:p>
            <a:r>
              <a:rPr lang="en-US" dirty="0"/>
              <a:t>Two-row layout</a:t>
            </a:r>
          </a:p>
        </p:txBody>
      </p:sp>
      <p:sp>
        <p:nvSpPr>
          <p:cNvPr id="14" name="Content Placeholder 2">
            <a:extLst>
              <a:ext uri="{FF2B5EF4-FFF2-40B4-BE49-F238E27FC236}">
                <a16:creationId xmlns:a16="http://schemas.microsoft.com/office/drawing/2014/main" id="{2E03A313-10D1-62E5-3C71-19884C97BE07}"/>
              </a:ext>
            </a:extLst>
          </p:cNvPr>
          <p:cNvSpPr>
            <a:spLocks noGrp="1"/>
          </p:cNvSpPr>
          <p:nvPr>
            <p:ph sz="half" idx="1" hasCustomPrompt="1"/>
          </p:nvPr>
        </p:nvSpPr>
        <p:spPr>
          <a:xfrm>
            <a:off x="4425949" y="1593925"/>
            <a:ext cx="7086600" cy="1612749"/>
          </a:xfrm>
        </p:spPr>
        <p:txBody>
          <a:bodyPr anchor="ctr" anchorCtr="0">
            <a:normAutofit/>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5" name="Picture Placeholder 6">
            <a:extLst>
              <a:ext uri="{FF2B5EF4-FFF2-40B4-BE49-F238E27FC236}">
                <a16:creationId xmlns:a16="http://schemas.microsoft.com/office/drawing/2014/main" id="{A66E6441-C4C4-1249-71FD-25B0A089D4A7}"/>
              </a:ext>
            </a:extLst>
          </p:cNvPr>
          <p:cNvSpPr>
            <a:spLocks noGrp="1"/>
          </p:cNvSpPr>
          <p:nvPr>
            <p:ph type="pic" sz="quarter" idx="10" hasCustomPrompt="1"/>
          </p:nvPr>
        </p:nvSpPr>
        <p:spPr>
          <a:xfrm>
            <a:off x="419100" y="1371600"/>
            <a:ext cx="3543300" cy="2040194"/>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16" name="Slide Number Placeholder 5">
            <a:extLst>
              <a:ext uri="{FF2B5EF4-FFF2-40B4-BE49-F238E27FC236}">
                <a16:creationId xmlns:a16="http://schemas.microsoft.com/office/drawing/2014/main" id="{C151D799-1A7C-9BA1-0F99-5C19041AA5E9}"/>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17" name="Rectangle: Rounded Corners 8">
            <a:extLst>
              <a:ext uri="{FF2B5EF4-FFF2-40B4-BE49-F238E27FC236}">
                <a16:creationId xmlns:a16="http://schemas.microsoft.com/office/drawing/2014/main" id="{F3F76BC6-823E-9CC3-7246-B2C206464005}"/>
              </a:ext>
            </a:extLst>
          </p:cNvPr>
          <p:cNvSpPr/>
          <p:nvPr userDrawn="1"/>
        </p:nvSpPr>
        <p:spPr>
          <a:xfrm>
            <a:off x="411042" y="3810000"/>
            <a:ext cx="11438059"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8" name="Content Placeholder 2">
            <a:extLst>
              <a:ext uri="{FF2B5EF4-FFF2-40B4-BE49-F238E27FC236}">
                <a16:creationId xmlns:a16="http://schemas.microsoft.com/office/drawing/2014/main" id="{9E62E40E-E95B-6738-E419-7ED7C1080292}"/>
              </a:ext>
            </a:extLst>
          </p:cNvPr>
          <p:cNvSpPr>
            <a:spLocks noGrp="1"/>
          </p:cNvSpPr>
          <p:nvPr>
            <p:ph sz="half" idx="11" hasCustomPrompt="1"/>
          </p:nvPr>
        </p:nvSpPr>
        <p:spPr>
          <a:xfrm>
            <a:off x="679859" y="4032325"/>
            <a:ext cx="7086600" cy="1612749"/>
          </a:xfrm>
        </p:spPr>
        <p:txBody>
          <a:bodyPr anchor="ctr" anchorCtr="0">
            <a:normAutofit/>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9" name="Picture Placeholder 6">
            <a:extLst>
              <a:ext uri="{FF2B5EF4-FFF2-40B4-BE49-F238E27FC236}">
                <a16:creationId xmlns:a16="http://schemas.microsoft.com/office/drawing/2014/main" id="{E1C64382-C500-09BE-522A-7DFF8894CAD8}"/>
              </a:ext>
            </a:extLst>
          </p:cNvPr>
          <p:cNvSpPr>
            <a:spLocks noGrp="1"/>
          </p:cNvSpPr>
          <p:nvPr>
            <p:ph type="pic" sz="quarter" idx="12" hasCustomPrompt="1"/>
          </p:nvPr>
        </p:nvSpPr>
        <p:spPr>
          <a:xfrm>
            <a:off x="8305800" y="3810000"/>
            <a:ext cx="3543300" cy="2040194"/>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954630343"/>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pillars_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p:nvPr>
        </p:nvSpPr>
        <p:spPr/>
        <p:txBody>
          <a:bodyPr/>
          <a:lstStyle/>
          <a:p>
            <a:r>
              <a:rPr lang="en-US"/>
              <a:t>Click to edit Master title style</a:t>
            </a:r>
          </a:p>
        </p:txBody>
      </p:sp>
      <p:sp>
        <p:nvSpPr>
          <p:cNvPr id="6" name="Text Placeholder 2">
            <a:extLst>
              <a:ext uri="{FF2B5EF4-FFF2-40B4-BE49-F238E27FC236}">
                <a16:creationId xmlns:a16="http://schemas.microsoft.com/office/drawing/2014/main" id="{10BFD12E-90CE-C652-D318-19A128794C78}"/>
              </a:ext>
            </a:extLst>
          </p:cNvPr>
          <p:cNvSpPr>
            <a:spLocks noGrp="1"/>
          </p:cNvSpPr>
          <p:nvPr>
            <p:ph type="body" idx="1" hasCustomPrompt="1"/>
          </p:nvPr>
        </p:nvSpPr>
        <p:spPr>
          <a:xfrm>
            <a:off x="419101"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06DC1607-DD34-92DA-9340-AF0A334035F1}"/>
              </a:ext>
            </a:extLst>
          </p:cNvPr>
          <p:cNvSpPr>
            <a:spLocks noGrp="1"/>
          </p:cNvSpPr>
          <p:nvPr>
            <p:ph sz="half" idx="2" hasCustomPrompt="1"/>
          </p:nvPr>
        </p:nvSpPr>
        <p:spPr>
          <a:xfrm>
            <a:off x="419100"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33293554-A33B-9D32-3DB3-3828AE7DF76D}"/>
              </a:ext>
            </a:extLst>
          </p:cNvPr>
          <p:cNvSpPr>
            <a:spLocks noGrp="1"/>
          </p:cNvSpPr>
          <p:nvPr>
            <p:ph type="body" sz="quarter" idx="3" hasCustomPrompt="1"/>
          </p:nvPr>
        </p:nvSpPr>
        <p:spPr>
          <a:xfrm>
            <a:off x="4392168"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AA3C4F7F-E583-C292-6FE3-AB2BFFC18C1A}"/>
              </a:ext>
            </a:extLst>
          </p:cNvPr>
          <p:cNvSpPr>
            <a:spLocks noGrp="1"/>
          </p:cNvSpPr>
          <p:nvPr>
            <p:ph sz="quarter" idx="4" hasCustomPrompt="1"/>
          </p:nvPr>
        </p:nvSpPr>
        <p:spPr>
          <a:xfrm>
            <a:off x="4392167"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A0C2E7C7-6272-7C9E-61CC-4BA5EEECCA8E}"/>
              </a:ext>
            </a:extLst>
          </p:cNvPr>
          <p:cNvSpPr>
            <a:spLocks noGrp="1"/>
          </p:cNvSpPr>
          <p:nvPr>
            <p:ph type="body" sz="quarter" idx="13" hasCustomPrompt="1"/>
          </p:nvPr>
        </p:nvSpPr>
        <p:spPr>
          <a:xfrm>
            <a:off x="8365236"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043B2FDF-2149-9868-48CF-68AF0B50E748}"/>
              </a:ext>
            </a:extLst>
          </p:cNvPr>
          <p:cNvSpPr>
            <a:spLocks noGrp="1"/>
          </p:cNvSpPr>
          <p:nvPr>
            <p:ph sz="quarter" idx="14" hasCustomPrompt="1"/>
          </p:nvPr>
        </p:nvSpPr>
        <p:spPr>
          <a:xfrm>
            <a:off x="8365236"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Picture Placeholder 12">
            <a:extLst>
              <a:ext uri="{FF2B5EF4-FFF2-40B4-BE49-F238E27FC236}">
                <a16:creationId xmlns:a16="http://schemas.microsoft.com/office/drawing/2014/main" id="{1759E99C-9391-1568-8D11-F0380A352E09}"/>
              </a:ext>
            </a:extLst>
          </p:cNvPr>
          <p:cNvSpPr>
            <a:spLocks noGrp="1"/>
          </p:cNvSpPr>
          <p:nvPr>
            <p:ph type="pic" sz="quarter" idx="15" hasCustomPrompt="1"/>
          </p:nvPr>
        </p:nvSpPr>
        <p:spPr>
          <a:xfrm>
            <a:off x="1655950" y="2107943"/>
            <a:ext cx="1010166" cy="954046"/>
          </a:xfrm>
        </p:spPr>
        <p:txBody>
          <a:bodyPr>
            <a:noAutofit/>
          </a:bodyPr>
          <a:lstStyle>
            <a:lvl1pPr marL="0" indent="0">
              <a:buNone/>
              <a:defRPr sz="1800"/>
            </a:lvl1pPr>
          </a:lstStyle>
          <a:p>
            <a:r>
              <a:rPr lang="en-US"/>
              <a:t>Click icon to add image</a:t>
            </a:r>
          </a:p>
        </p:txBody>
      </p:sp>
      <p:sp>
        <p:nvSpPr>
          <p:cNvPr id="13" name="Picture Placeholder 12">
            <a:extLst>
              <a:ext uri="{FF2B5EF4-FFF2-40B4-BE49-F238E27FC236}">
                <a16:creationId xmlns:a16="http://schemas.microsoft.com/office/drawing/2014/main" id="{657E8662-78AD-974B-E4CE-E3BF5371AC9D}"/>
              </a:ext>
            </a:extLst>
          </p:cNvPr>
          <p:cNvSpPr>
            <a:spLocks noGrp="1"/>
          </p:cNvSpPr>
          <p:nvPr>
            <p:ph type="pic" sz="quarter" idx="16" hasCustomPrompt="1"/>
          </p:nvPr>
        </p:nvSpPr>
        <p:spPr>
          <a:xfrm>
            <a:off x="5629017" y="2107943"/>
            <a:ext cx="1010166" cy="954046"/>
          </a:xfrm>
        </p:spPr>
        <p:txBody>
          <a:bodyPr>
            <a:noAutofit/>
          </a:bodyPr>
          <a:lstStyle>
            <a:lvl1pPr marL="0" indent="0">
              <a:buNone/>
              <a:defRPr sz="1800"/>
            </a:lvl1pPr>
          </a:lstStyle>
          <a:p>
            <a:r>
              <a:rPr lang="en-US"/>
              <a:t>Click icon to add image</a:t>
            </a:r>
          </a:p>
        </p:txBody>
      </p:sp>
      <p:sp>
        <p:nvSpPr>
          <p:cNvPr id="14" name="Picture Placeholder 12">
            <a:extLst>
              <a:ext uri="{FF2B5EF4-FFF2-40B4-BE49-F238E27FC236}">
                <a16:creationId xmlns:a16="http://schemas.microsoft.com/office/drawing/2014/main" id="{12123810-DB8B-DEDE-3CC0-864B7B3DE382}"/>
              </a:ext>
            </a:extLst>
          </p:cNvPr>
          <p:cNvSpPr>
            <a:spLocks noGrp="1"/>
          </p:cNvSpPr>
          <p:nvPr>
            <p:ph type="pic" sz="quarter" idx="17" hasCustomPrompt="1"/>
          </p:nvPr>
        </p:nvSpPr>
        <p:spPr>
          <a:xfrm>
            <a:off x="9602085" y="2107943"/>
            <a:ext cx="1010166" cy="954046"/>
          </a:xfrm>
        </p:spPr>
        <p:txBody>
          <a:bodyPr>
            <a:noAutofit/>
          </a:bodyPr>
          <a:lstStyle>
            <a:lvl1pPr marL="0" indent="0">
              <a:buNone/>
              <a:defRPr sz="1800"/>
            </a:lvl1pPr>
          </a:lstStyle>
          <a:p>
            <a:r>
              <a:rPr lang="en-US"/>
              <a:t>Click icon to add image</a:t>
            </a:r>
          </a:p>
        </p:txBody>
      </p:sp>
    </p:spTree>
    <p:extLst>
      <p:ext uri="{BB962C8B-B14F-4D97-AF65-F5344CB8AC3E}">
        <p14:creationId xmlns:p14="http://schemas.microsoft.com/office/powerpoint/2010/main" val="114783936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pillars_2">
    <p:bg>
      <p:bgPr>
        <a:solidFill>
          <a:schemeClr val="bg1"/>
        </a:solidFill>
        <a:effectLst/>
      </p:bgPr>
    </p:bg>
    <p:spTree>
      <p:nvGrpSpPr>
        <p:cNvPr id="1" name=""/>
        <p:cNvGrpSpPr/>
        <p:nvPr/>
      </p:nvGrpSpPr>
      <p:grpSpPr>
        <a:xfrm>
          <a:off x="0" y="0"/>
          <a:ext cx="0" cy="0"/>
          <a:chOff x="0" y="0"/>
          <a:chExt cx="0" cy="0"/>
        </a:xfrm>
      </p:grpSpPr>
      <p:sp>
        <p:nvSpPr>
          <p:cNvPr id="16" name="Rectangle: Rounded Corners 14">
            <a:extLst>
              <a:ext uri="{FF2B5EF4-FFF2-40B4-BE49-F238E27FC236}">
                <a16:creationId xmlns:a16="http://schemas.microsoft.com/office/drawing/2014/main" id="{03AC0CE5-EA06-CE55-4FDD-17CBF3749294}"/>
              </a:ext>
            </a:extLst>
          </p:cNvPr>
          <p:cNvSpPr/>
          <p:nvPr userDrawn="1"/>
        </p:nvSpPr>
        <p:spPr>
          <a:xfrm>
            <a:off x="419100"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6" name="Rectangle: Rounded Corners 14">
            <a:extLst>
              <a:ext uri="{FF2B5EF4-FFF2-40B4-BE49-F238E27FC236}">
                <a16:creationId xmlns:a16="http://schemas.microsoft.com/office/drawing/2014/main" id="{EB721D76-2A3B-04BD-C8AD-2C622769B14E}"/>
              </a:ext>
            </a:extLst>
          </p:cNvPr>
          <p:cNvSpPr/>
          <p:nvPr userDrawn="1"/>
        </p:nvSpPr>
        <p:spPr>
          <a:xfrm>
            <a:off x="8292988"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4" name="Rectangle: Rounded Corners 14">
            <a:extLst>
              <a:ext uri="{FF2B5EF4-FFF2-40B4-BE49-F238E27FC236}">
                <a16:creationId xmlns:a16="http://schemas.microsoft.com/office/drawing/2014/main" id="{35159C79-D169-526F-6B2B-00661856BB78}"/>
              </a:ext>
            </a:extLst>
          </p:cNvPr>
          <p:cNvSpPr/>
          <p:nvPr userDrawn="1"/>
        </p:nvSpPr>
        <p:spPr>
          <a:xfrm>
            <a:off x="4356044"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2" name="Oval 21">
            <a:extLst>
              <a:ext uri="{FF2B5EF4-FFF2-40B4-BE49-F238E27FC236}">
                <a16:creationId xmlns:a16="http://schemas.microsoft.com/office/drawing/2014/main" id="{74139584-772E-F4B5-3BA6-29C630CEFB08}"/>
              </a:ext>
            </a:extLst>
          </p:cNvPr>
          <p:cNvSpPr/>
          <p:nvPr userDrawn="1"/>
        </p:nvSpPr>
        <p:spPr>
          <a:xfrm>
            <a:off x="9290573"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3" name="Oval 22">
            <a:extLst>
              <a:ext uri="{FF2B5EF4-FFF2-40B4-BE49-F238E27FC236}">
                <a16:creationId xmlns:a16="http://schemas.microsoft.com/office/drawing/2014/main" id="{09EE79C9-321B-6695-3A01-8B60577F77AE}"/>
              </a:ext>
            </a:extLst>
          </p:cNvPr>
          <p:cNvSpPr/>
          <p:nvPr userDrawn="1"/>
        </p:nvSpPr>
        <p:spPr>
          <a:xfrm>
            <a:off x="5358392"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4" name="Oval 23">
            <a:extLst>
              <a:ext uri="{FF2B5EF4-FFF2-40B4-BE49-F238E27FC236}">
                <a16:creationId xmlns:a16="http://schemas.microsoft.com/office/drawing/2014/main" id="{B7B9492E-B553-986C-DCD6-ABAEC0787099}"/>
              </a:ext>
            </a:extLst>
          </p:cNvPr>
          <p:cNvSpPr/>
          <p:nvPr userDrawn="1"/>
        </p:nvSpPr>
        <p:spPr>
          <a:xfrm>
            <a:off x="1426211"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B23BDB79-7DA4-A7DA-FFAA-D970F473BC02}"/>
              </a:ext>
            </a:extLst>
          </p:cNvPr>
          <p:cNvSpPr>
            <a:spLocks noGrp="1"/>
          </p:cNvSpPr>
          <p:nvPr userDrawn="1">
            <p:ph type="title"/>
          </p:nvPr>
        </p:nvSpPr>
        <p:spPr/>
        <p:txBody>
          <a:bodyPr/>
          <a:lstStyle/>
          <a:p>
            <a:r>
              <a:rPr lang="en-US"/>
              <a:t>Click to edit Master title style</a:t>
            </a:r>
          </a:p>
        </p:txBody>
      </p:sp>
      <p:cxnSp>
        <p:nvCxnSpPr>
          <p:cNvPr id="11" name="Straight Connector 10">
            <a:extLst>
              <a:ext uri="{FF2B5EF4-FFF2-40B4-BE49-F238E27FC236}">
                <a16:creationId xmlns:a16="http://schemas.microsoft.com/office/drawing/2014/main" id="{6EF3FA1E-28A2-2A44-2C1D-7A1EF81ABD03}"/>
              </a:ext>
            </a:extLst>
          </p:cNvPr>
          <p:cNvCxnSpPr>
            <a:cxnSpLocks/>
          </p:cNvCxnSpPr>
          <p:nvPr userDrawn="1"/>
        </p:nvCxnSpPr>
        <p:spPr>
          <a:xfrm>
            <a:off x="1739956"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B1848BA4-D0B6-9ABC-82C6-933BFFFAE0F2}"/>
              </a:ext>
            </a:extLst>
          </p:cNvPr>
          <p:cNvSpPr>
            <a:spLocks noGrp="1"/>
          </p:cNvSpPr>
          <p:nvPr userDrawn="1">
            <p:ph type="body" sz="quarter" idx="14"/>
          </p:nvPr>
        </p:nvSpPr>
        <p:spPr>
          <a:xfrm>
            <a:off x="733690"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21" name="Text Placeholder 2">
            <a:extLst>
              <a:ext uri="{FF2B5EF4-FFF2-40B4-BE49-F238E27FC236}">
                <a16:creationId xmlns:a16="http://schemas.microsoft.com/office/drawing/2014/main" id="{D3556C88-4E70-B0A6-86D9-2CF5F271DCB5}"/>
              </a:ext>
            </a:extLst>
          </p:cNvPr>
          <p:cNvSpPr>
            <a:spLocks noGrp="1"/>
          </p:cNvSpPr>
          <p:nvPr userDrawn="1">
            <p:ph type="body" idx="1" hasCustomPrompt="1"/>
          </p:nvPr>
        </p:nvSpPr>
        <p:spPr>
          <a:xfrm>
            <a:off x="733690"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cxnSp>
        <p:nvCxnSpPr>
          <p:cNvPr id="8" name="Straight Connector 7">
            <a:extLst>
              <a:ext uri="{FF2B5EF4-FFF2-40B4-BE49-F238E27FC236}">
                <a16:creationId xmlns:a16="http://schemas.microsoft.com/office/drawing/2014/main" id="{1C9073B9-455D-C10B-7B33-B2CA64C32A74}"/>
              </a:ext>
            </a:extLst>
          </p:cNvPr>
          <p:cNvCxnSpPr>
            <a:cxnSpLocks/>
          </p:cNvCxnSpPr>
          <p:nvPr userDrawn="1"/>
        </p:nvCxnSpPr>
        <p:spPr>
          <a:xfrm>
            <a:off x="9613844"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12">
            <a:extLst>
              <a:ext uri="{FF2B5EF4-FFF2-40B4-BE49-F238E27FC236}">
                <a16:creationId xmlns:a16="http://schemas.microsoft.com/office/drawing/2014/main" id="{D54A302D-4223-5925-8CEA-0BEE1E1125ED}"/>
              </a:ext>
            </a:extLst>
          </p:cNvPr>
          <p:cNvSpPr>
            <a:spLocks noGrp="1"/>
          </p:cNvSpPr>
          <p:nvPr userDrawn="1">
            <p:ph type="body" sz="quarter" idx="17"/>
          </p:nvPr>
        </p:nvSpPr>
        <p:spPr>
          <a:xfrm>
            <a:off x="8607578"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13" name="Text Placeholder 2">
            <a:extLst>
              <a:ext uri="{FF2B5EF4-FFF2-40B4-BE49-F238E27FC236}">
                <a16:creationId xmlns:a16="http://schemas.microsoft.com/office/drawing/2014/main" id="{EF16AF30-7B37-1297-47E4-EF0C23B0DBF2}"/>
              </a:ext>
            </a:extLst>
          </p:cNvPr>
          <p:cNvSpPr>
            <a:spLocks noGrp="1"/>
          </p:cNvSpPr>
          <p:nvPr userDrawn="1">
            <p:ph type="body" idx="18" hasCustomPrompt="1"/>
          </p:nvPr>
        </p:nvSpPr>
        <p:spPr>
          <a:xfrm>
            <a:off x="8607578"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cxnSp>
        <p:nvCxnSpPr>
          <p:cNvPr id="17" name="Straight Connector 16">
            <a:extLst>
              <a:ext uri="{FF2B5EF4-FFF2-40B4-BE49-F238E27FC236}">
                <a16:creationId xmlns:a16="http://schemas.microsoft.com/office/drawing/2014/main" id="{F08F87B0-A732-A5D0-3978-C84778E6D744}"/>
              </a:ext>
            </a:extLst>
          </p:cNvPr>
          <p:cNvCxnSpPr>
            <a:cxnSpLocks/>
          </p:cNvCxnSpPr>
          <p:nvPr userDrawn="1"/>
        </p:nvCxnSpPr>
        <p:spPr>
          <a:xfrm>
            <a:off x="5676900"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12">
            <a:extLst>
              <a:ext uri="{FF2B5EF4-FFF2-40B4-BE49-F238E27FC236}">
                <a16:creationId xmlns:a16="http://schemas.microsoft.com/office/drawing/2014/main" id="{2C1879FC-3649-DC7B-2874-F383D5CD44C7}"/>
              </a:ext>
            </a:extLst>
          </p:cNvPr>
          <p:cNvSpPr>
            <a:spLocks noGrp="1"/>
          </p:cNvSpPr>
          <p:nvPr userDrawn="1">
            <p:ph type="body" sz="quarter" idx="20"/>
          </p:nvPr>
        </p:nvSpPr>
        <p:spPr>
          <a:xfrm>
            <a:off x="4670634"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33" name="Text Placeholder 2">
            <a:extLst>
              <a:ext uri="{FF2B5EF4-FFF2-40B4-BE49-F238E27FC236}">
                <a16:creationId xmlns:a16="http://schemas.microsoft.com/office/drawing/2014/main" id="{121D4A74-0C75-63EE-E996-862CBFFE4904}"/>
              </a:ext>
            </a:extLst>
          </p:cNvPr>
          <p:cNvSpPr>
            <a:spLocks noGrp="1"/>
          </p:cNvSpPr>
          <p:nvPr userDrawn="1">
            <p:ph type="body" idx="21" hasCustomPrompt="1"/>
          </p:nvPr>
        </p:nvSpPr>
        <p:spPr>
          <a:xfrm>
            <a:off x="4670634"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5" name="Slide Number Placeholder 14">
            <a:extLst>
              <a:ext uri="{FF2B5EF4-FFF2-40B4-BE49-F238E27FC236}">
                <a16:creationId xmlns:a16="http://schemas.microsoft.com/office/drawing/2014/main" id="{8B8ED1A0-8CA5-C8C1-D1EF-DB4F3092CB12}"/>
              </a:ext>
            </a:extLst>
          </p:cNvPr>
          <p:cNvSpPr>
            <a:spLocks noGrp="1"/>
          </p:cNvSpPr>
          <p:nvPr>
            <p:ph type="sldNum" sz="quarter" idx="24"/>
          </p:nvPr>
        </p:nvSpPr>
        <p:spPr/>
        <p:txBody>
          <a:bodyPr/>
          <a:lstStyle/>
          <a:p>
            <a:fld id="{DC503246-BBCE-4F0A-BCDC-08FC4C52637D}" type="slidenum">
              <a:rPr lang="en-US" smtClean="0"/>
              <a:pPr/>
              <a:t>‹#›</a:t>
            </a:fld>
            <a:endParaRPr lang="en-US"/>
          </a:p>
        </p:txBody>
      </p:sp>
      <p:sp>
        <p:nvSpPr>
          <p:cNvPr id="3" name="Picture Placeholder 12">
            <a:extLst>
              <a:ext uri="{FF2B5EF4-FFF2-40B4-BE49-F238E27FC236}">
                <a16:creationId xmlns:a16="http://schemas.microsoft.com/office/drawing/2014/main" id="{C707F6A4-4D18-F3BE-1996-FA147CB634D3}"/>
              </a:ext>
            </a:extLst>
          </p:cNvPr>
          <p:cNvSpPr>
            <a:spLocks noGrp="1"/>
          </p:cNvSpPr>
          <p:nvPr>
            <p:ph type="pic" sz="quarter" idx="15" hasCustomPrompt="1"/>
          </p:nvPr>
        </p:nvSpPr>
        <p:spPr>
          <a:xfrm>
            <a:off x="1426211" y="1894831"/>
            <a:ext cx="1541891" cy="1541891"/>
          </a:xfrm>
          <a:prstGeom prst="ellipse">
            <a:avLst/>
          </a:prstGeom>
        </p:spPr>
        <p:txBody>
          <a:bodyPr>
            <a:noAutofit/>
          </a:bodyPr>
          <a:lstStyle>
            <a:lvl1pPr marL="0" indent="0">
              <a:buNone/>
              <a:defRPr sz="1800"/>
            </a:lvl1pPr>
          </a:lstStyle>
          <a:p>
            <a:r>
              <a:rPr lang="en-US" dirty="0"/>
              <a:t>Click icon to add image</a:t>
            </a:r>
          </a:p>
        </p:txBody>
      </p:sp>
      <p:sp>
        <p:nvSpPr>
          <p:cNvPr id="4" name="Picture Placeholder 12">
            <a:extLst>
              <a:ext uri="{FF2B5EF4-FFF2-40B4-BE49-F238E27FC236}">
                <a16:creationId xmlns:a16="http://schemas.microsoft.com/office/drawing/2014/main" id="{FF694DD8-C8F5-07D4-2208-578B44E5F005}"/>
              </a:ext>
            </a:extLst>
          </p:cNvPr>
          <p:cNvSpPr>
            <a:spLocks noGrp="1"/>
          </p:cNvSpPr>
          <p:nvPr>
            <p:ph type="pic" sz="quarter" idx="25" hasCustomPrompt="1"/>
          </p:nvPr>
        </p:nvSpPr>
        <p:spPr>
          <a:xfrm>
            <a:off x="5363155" y="1894831"/>
            <a:ext cx="1541891" cy="1541891"/>
          </a:xfrm>
          <a:prstGeom prst="ellipse">
            <a:avLst/>
          </a:prstGeom>
        </p:spPr>
        <p:txBody>
          <a:bodyPr>
            <a:noAutofit/>
          </a:bodyPr>
          <a:lstStyle>
            <a:lvl1pPr marL="0" indent="0">
              <a:buNone/>
              <a:defRPr sz="1800"/>
            </a:lvl1pPr>
          </a:lstStyle>
          <a:p>
            <a:r>
              <a:rPr lang="en-US"/>
              <a:t>Click icon to add image</a:t>
            </a:r>
          </a:p>
        </p:txBody>
      </p:sp>
      <p:sp>
        <p:nvSpPr>
          <p:cNvPr id="5" name="Picture Placeholder 12">
            <a:extLst>
              <a:ext uri="{FF2B5EF4-FFF2-40B4-BE49-F238E27FC236}">
                <a16:creationId xmlns:a16="http://schemas.microsoft.com/office/drawing/2014/main" id="{8767C8BD-3DD0-49B5-2AF0-B5E3A61BC9AF}"/>
              </a:ext>
            </a:extLst>
          </p:cNvPr>
          <p:cNvSpPr>
            <a:spLocks noGrp="1"/>
          </p:cNvSpPr>
          <p:nvPr>
            <p:ph type="pic" sz="quarter" idx="26" hasCustomPrompt="1"/>
          </p:nvPr>
        </p:nvSpPr>
        <p:spPr>
          <a:xfrm>
            <a:off x="9300099" y="1894831"/>
            <a:ext cx="1541891" cy="1541891"/>
          </a:xfrm>
          <a:prstGeom prst="ellipse">
            <a:avLst/>
          </a:prstGeom>
        </p:spPr>
        <p:txBody>
          <a:bodyPr>
            <a:noAutofit/>
          </a:bodyPr>
          <a:lstStyle>
            <a:lvl1pPr marL="0" indent="0">
              <a:buNone/>
              <a:defRPr sz="1800"/>
            </a:lvl1pPr>
          </a:lstStyle>
          <a:p>
            <a:r>
              <a:rPr lang="en-US"/>
              <a:t>Click icon to add image</a:t>
            </a:r>
          </a:p>
        </p:txBody>
      </p:sp>
    </p:spTree>
    <p:extLst>
      <p:ext uri="{BB962C8B-B14F-4D97-AF65-F5344CB8AC3E}">
        <p14:creationId xmlns:p14="http://schemas.microsoft.com/office/powerpoint/2010/main" val="340442852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pillars_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96CAFAC-60AE-A2BB-3ABA-C67F805E8C97}"/>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16" name="Rectangle: Rounded Corners 14">
            <a:extLst>
              <a:ext uri="{FF2B5EF4-FFF2-40B4-BE49-F238E27FC236}">
                <a16:creationId xmlns:a16="http://schemas.microsoft.com/office/drawing/2014/main" id="{03AC0CE5-EA06-CE55-4FDD-17CBF3749294}"/>
              </a:ext>
            </a:extLst>
          </p:cNvPr>
          <p:cNvSpPr/>
          <p:nvPr userDrawn="1"/>
        </p:nvSpPr>
        <p:spPr>
          <a:xfrm>
            <a:off x="419100"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5" name="Text Placeholder 2">
            <a:extLst>
              <a:ext uri="{FF2B5EF4-FFF2-40B4-BE49-F238E27FC236}">
                <a16:creationId xmlns:a16="http://schemas.microsoft.com/office/drawing/2014/main" id="{09E632FC-0C0B-A67C-A85C-8206A1A51074}"/>
              </a:ext>
            </a:extLst>
          </p:cNvPr>
          <p:cNvSpPr>
            <a:spLocks noGrp="1"/>
          </p:cNvSpPr>
          <p:nvPr>
            <p:ph type="body" idx="1" hasCustomPrompt="1"/>
          </p:nvPr>
        </p:nvSpPr>
        <p:spPr>
          <a:xfrm>
            <a:off x="733690"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6" name="Text Placeholder 12">
            <a:extLst>
              <a:ext uri="{FF2B5EF4-FFF2-40B4-BE49-F238E27FC236}">
                <a16:creationId xmlns:a16="http://schemas.microsoft.com/office/drawing/2014/main" id="{055182EB-F96C-FFD4-C323-F5CCFF60683E}"/>
              </a:ext>
            </a:extLst>
          </p:cNvPr>
          <p:cNvSpPr>
            <a:spLocks noGrp="1"/>
          </p:cNvSpPr>
          <p:nvPr>
            <p:ph type="body" sz="quarter" idx="14"/>
          </p:nvPr>
        </p:nvSpPr>
        <p:spPr>
          <a:xfrm>
            <a:off x="733690" y="3429000"/>
            <a:ext cx="2926932" cy="369332"/>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37" name="Rectangle: Rounded Corners 14">
            <a:extLst>
              <a:ext uri="{FF2B5EF4-FFF2-40B4-BE49-F238E27FC236}">
                <a16:creationId xmlns:a16="http://schemas.microsoft.com/office/drawing/2014/main" id="{462E4AA4-1F9A-4B65-017C-81AAB49744B9}"/>
              </a:ext>
            </a:extLst>
          </p:cNvPr>
          <p:cNvSpPr/>
          <p:nvPr userDrawn="1"/>
        </p:nvSpPr>
        <p:spPr>
          <a:xfrm>
            <a:off x="8292988"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9" name="Text Placeholder 2">
            <a:extLst>
              <a:ext uri="{FF2B5EF4-FFF2-40B4-BE49-F238E27FC236}">
                <a16:creationId xmlns:a16="http://schemas.microsoft.com/office/drawing/2014/main" id="{F27B2543-1791-CE3E-5D92-A32148B8B4A6}"/>
              </a:ext>
            </a:extLst>
          </p:cNvPr>
          <p:cNvSpPr>
            <a:spLocks noGrp="1"/>
          </p:cNvSpPr>
          <p:nvPr>
            <p:ph type="body" idx="16" hasCustomPrompt="1"/>
          </p:nvPr>
        </p:nvSpPr>
        <p:spPr>
          <a:xfrm>
            <a:off x="8607578"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0" name="Text Placeholder 12">
            <a:extLst>
              <a:ext uri="{FF2B5EF4-FFF2-40B4-BE49-F238E27FC236}">
                <a16:creationId xmlns:a16="http://schemas.microsoft.com/office/drawing/2014/main" id="{38AAC4E9-B601-E048-E004-7AB349D40378}"/>
              </a:ext>
            </a:extLst>
          </p:cNvPr>
          <p:cNvSpPr>
            <a:spLocks noGrp="1"/>
          </p:cNvSpPr>
          <p:nvPr>
            <p:ph type="body" sz="quarter" idx="17"/>
          </p:nvPr>
        </p:nvSpPr>
        <p:spPr>
          <a:xfrm>
            <a:off x="8607578" y="3429000"/>
            <a:ext cx="2926932" cy="369332"/>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41" name="Rectangle: Rounded Corners 14">
            <a:extLst>
              <a:ext uri="{FF2B5EF4-FFF2-40B4-BE49-F238E27FC236}">
                <a16:creationId xmlns:a16="http://schemas.microsoft.com/office/drawing/2014/main" id="{29682F97-F604-3EA6-1614-4AD9EA8EBD33}"/>
              </a:ext>
            </a:extLst>
          </p:cNvPr>
          <p:cNvSpPr/>
          <p:nvPr userDrawn="1"/>
        </p:nvSpPr>
        <p:spPr>
          <a:xfrm>
            <a:off x="4356044"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43" name="Text Placeholder 2">
            <a:extLst>
              <a:ext uri="{FF2B5EF4-FFF2-40B4-BE49-F238E27FC236}">
                <a16:creationId xmlns:a16="http://schemas.microsoft.com/office/drawing/2014/main" id="{AD311DF5-CAB0-119A-BEB3-CD860F0E8E69}"/>
              </a:ext>
            </a:extLst>
          </p:cNvPr>
          <p:cNvSpPr>
            <a:spLocks noGrp="1"/>
          </p:cNvSpPr>
          <p:nvPr>
            <p:ph type="body" idx="19" hasCustomPrompt="1"/>
          </p:nvPr>
        </p:nvSpPr>
        <p:spPr>
          <a:xfrm>
            <a:off x="4670634"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4" name="Text Placeholder 12">
            <a:extLst>
              <a:ext uri="{FF2B5EF4-FFF2-40B4-BE49-F238E27FC236}">
                <a16:creationId xmlns:a16="http://schemas.microsoft.com/office/drawing/2014/main" id="{A2EF9C3D-D705-2798-A07B-2AD4B99723CD}"/>
              </a:ext>
            </a:extLst>
          </p:cNvPr>
          <p:cNvSpPr>
            <a:spLocks noGrp="1"/>
          </p:cNvSpPr>
          <p:nvPr>
            <p:ph type="body" sz="quarter" idx="20"/>
          </p:nvPr>
        </p:nvSpPr>
        <p:spPr>
          <a:xfrm>
            <a:off x="4670634" y="3429000"/>
            <a:ext cx="2926932" cy="369332"/>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46" name="Text Placeholder 12">
            <a:extLst>
              <a:ext uri="{FF2B5EF4-FFF2-40B4-BE49-F238E27FC236}">
                <a16:creationId xmlns:a16="http://schemas.microsoft.com/office/drawing/2014/main" id="{B5974954-D39B-EA11-2394-C3638EFE8763}"/>
              </a:ext>
            </a:extLst>
          </p:cNvPr>
          <p:cNvSpPr>
            <a:spLocks noGrp="1"/>
          </p:cNvSpPr>
          <p:nvPr>
            <p:ph type="body" sz="quarter" idx="22" hasCustomPrompt="1"/>
          </p:nvPr>
        </p:nvSpPr>
        <p:spPr>
          <a:xfrm>
            <a:off x="733690" y="2189966"/>
            <a:ext cx="1304660" cy="296037"/>
          </a:xfrm>
          <a:prstGeom prst="roundRect">
            <a:avLst>
              <a:gd name="adj" fmla="val 22040"/>
            </a:avLst>
          </a:prstGeom>
          <a:solidFill>
            <a:schemeClr val="accent1"/>
          </a:solidFill>
        </p:spPr>
        <p:txBody>
          <a:bodyPr anchor="ctr"/>
          <a:lstStyle>
            <a:lvl1pPr marL="0" indent="0" algn="ctr">
              <a:buNone/>
              <a:defRPr lang="en-US" sz="1200" b="1" i="0" kern="12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47" name="Text Placeholder 12">
            <a:extLst>
              <a:ext uri="{FF2B5EF4-FFF2-40B4-BE49-F238E27FC236}">
                <a16:creationId xmlns:a16="http://schemas.microsoft.com/office/drawing/2014/main" id="{AD9BE854-F816-4000-5D2D-80A4E7C51B72}"/>
              </a:ext>
            </a:extLst>
          </p:cNvPr>
          <p:cNvSpPr>
            <a:spLocks noGrp="1"/>
          </p:cNvSpPr>
          <p:nvPr>
            <p:ph type="body" sz="quarter" idx="23" hasCustomPrompt="1"/>
          </p:nvPr>
        </p:nvSpPr>
        <p:spPr>
          <a:xfrm>
            <a:off x="4670634" y="2189966"/>
            <a:ext cx="1304660" cy="296037"/>
          </a:xfrm>
          <a:prstGeom prst="roundRect">
            <a:avLst>
              <a:gd name="adj" fmla="val 22040"/>
            </a:avLst>
          </a:prstGeom>
          <a:solidFill>
            <a:schemeClr val="accent1"/>
          </a:solidFill>
        </p:spPr>
        <p:txBody>
          <a:bodyPr anchor="ctr"/>
          <a:lstStyle>
            <a:lvl1pPr marL="0" indent="0" algn="ctr">
              <a:buNone/>
              <a:defRPr lang="en-US" sz="1200" b="1" i="0" kern="12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48" name="Text Placeholder 12">
            <a:extLst>
              <a:ext uri="{FF2B5EF4-FFF2-40B4-BE49-F238E27FC236}">
                <a16:creationId xmlns:a16="http://schemas.microsoft.com/office/drawing/2014/main" id="{51E6FFF8-A8A7-3C71-837B-9C417CC66E39}"/>
              </a:ext>
            </a:extLst>
          </p:cNvPr>
          <p:cNvSpPr>
            <a:spLocks noGrp="1"/>
          </p:cNvSpPr>
          <p:nvPr>
            <p:ph type="body" sz="quarter" idx="24" hasCustomPrompt="1"/>
          </p:nvPr>
        </p:nvSpPr>
        <p:spPr>
          <a:xfrm>
            <a:off x="8607578" y="2189966"/>
            <a:ext cx="1304660" cy="296037"/>
          </a:xfrm>
          <a:prstGeom prst="roundRect">
            <a:avLst>
              <a:gd name="adj" fmla="val 22040"/>
            </a:avLst>
          </a:prstGeom>
          <a:solidFill>
            <a:schemeClr val="accent1"/>
          </a:solidFill>
        </p:spPr>
        <p:txBody>
          <a:bodyPr anchor="ctr"/>
          <a:lstStyle>
            <a:lvl1pPr marL="0" indent="0" algn="ctr">
              <a:buNone/>
              <a:defRPr lang="en-US" sz="1200" b="1" i="0" kern="12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Tree>
    <p:extLst>
      <p:ext uri="{BB962C8B-B14F-4D97-AF65-F5344CB8AC3E}">
        <p14:creationId xmlns:p14="http://schemas.microsoft.com/office/powerpoint/2010/main" val="2514006914"/>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bg1"/>
        </a:solidFill>
        <a:effectLst/>
      </p:bgPr>
    </p:bg>
    <p:spTree>
      <p:nvGrpSpPr>
        <p:cNvPr id="1" name=""/>
        <p:cNvGrpSpPr/>
        <p:nvPr/>
      </p:nvGrpSpPr>
      <p:grpSpPr>
        <a:xfrm>
          <a:off x="0" y="0"/>
          <a:ext cx="0" cy="0"/>
          <a:chOff x="0" y="0"/>
          <a:chExt cx="0" cy="0"/>
        </a:xfrm>
      </p:grpSpPr>
      <p:sp>
        <p:nvSpPr>
          <p:cNvPr id="6" name="Rectangle: Rounded Corners 14">
            <a:extLst>
              <a:ext uri="{FF2B5EF4-FFF2-40B4-BE49-F238E27FC236}">
                <a16:creationId xmlns:a16="http://schemas.microsoft.com/office/drawing/2014/main" id="{422327CD-07D1-1CAF-46C3-09EBBAA08919}"/>
              </a:ext>
            </a:extLst>
          </p:cNvPr>
          <p:cNvSpPr/>
          <p:nvPr userDrawn="1"/>
        </p:nvSpPr>
        <p:spPr>
          <a:xfrm>
            <a:off x="419100" y="1371600"/>
            <a:ext cx="3650025" cy="4838699"/>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15">
            <a:extLst>
              <a:ext uri="{FF2B5EF4-FFF2-40B4-BE49-F238E27FC236}">
                <a16:creationId xmlns:a16="http://schemas.microsoft.com/office/drawing/2014/main" id="{64275C19-EB6A-D5A4-A6A1-C8D890AC76C0}"/>
              </a:ext>
            </a:extLst>
          </p:cNvPr>
          <p:cNvSpPr/>
          <p:nvPr userDrawn="1"/>
        </p:nvSpPr>
        <p:spPr>
          <a:xfrm>
            <a:off x="4315092" y="1371600"/>
            <a:ext cx="3650025" cy="4838699"/>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Rectangle: Rounded Corners 16">
            <a:extLst>
              <a:ext uri="{FF2B5EF4-FFF2-40B4-BE49-F238E27FC236}">
                <a16:creationId xmlns:a16="http://schemas.microsoft.com/office/drawing/2014/main" id="{9CAB5F3F-9289-6BA8-3B6A-9D79956FEAC7}"/>
              </a:ext>
            </a:extLst>
          </p:cNvPr>
          <p:cNvSpPr/>
          <p:nvPr userDrawn="1"/>
        </p:nvSpPr>
        <p:spPr>
          <a:xfrm>
            <a:off x="8199075" y="1371601"/>
            <a:ext cx="3650025" cy="4838698"/>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8" name="Title 1">
            <a:extLst>
              <a:ext uri="{FF2B5EF4-FFF2-40B4-BE49-F238E27FC236}">
                <a16:creationId xmlns:a16="http://schemas.microsoft.com/office/drawing/2014/main" id="{91059391-7A3F-14D9-37B8-EE42ACEADC6B}"/>
              </a:ext>
            </a:extLst>
          </p:cNvPr>
          <p:cNvSpPr>
            <a:spLocks noGrp="1"/>
          </p:cNvSpPr>
          <p:nvPr>
            <p:ph type="title"/>
          </p:nvPr>
        </p:nvSpPr>
        <p:spPr>
          <a:xfrm>
            <a:off x="419100" y="342901"/>
            <a:ext cx="11430000" cy="647176"/>
          </a:xfrm>
        </p:spPr>
        <p:txBody>
          <a:bodyPr/>
          <a:lstStyle/>
          <a:p>
            <a:r>
              <a:rPr lang="en-US"/>
              <a:t>Click to edit Master title style</a:t>
            </a:r>
          </a:p>
        </p:txBody>
      </p:sp>
      <p:sp>
        <p:nvSpPr>
          <p:cNvPr id="19" name="Slide Number Placeholder 4">
            <a:extLst>
              <a:ext uri="{FF2B5EF4-FFF2-40B4-BE49-F238E27FC236}">
                <a16:creationId xmlns:a16="http://schemas.microsoft.com/office/drawing/2014/main" id="{0CB3EBDE-B4C0-0388-471A-5BBEE0014B09}"/>
              </a:ext>
            </a:extLst>
          </p:cNvPr>
          <p:cNvSpPr>
            <a:spLocks noGrp="1"/>
          </p:cNvSpPr>
          <p:nvPr>
            <p:ph type="sldNum" sz="quarter" idx="12"/>
          </p:nvPr>
        </p:nvSpPr>
        <p:spPr>
          <a:xfrm>
            <a:off x="9105901" y="6348151"/>
            <a:ext cx="2743200" cy="365125"/>
          </a:xfrm>
        </p:spPr>
        <p:txBody>
          <a:bodyPr/>
          <a:lstStyle/>
          <a:p>
            <a:fld id="{DC503246-BBCE-4F0A-BCDC-08FC4C52637D}" type="slidenum">
              <a:rPr lang="en-US" smtClean="0"/>
              <a:pPr/>
              <a:t>‹#›</a:t>
            </a:fld>
            <a:endParaRPr lang="en-US"/>
          </a:p>
        </p:txBody>
      </p:sp>
      <p:sp>
        <p:nvSpPr>
          <p:cNvPr id="20" name="Content Placeholder 3">
            <a:extLst>
              <a:ext uri="{FF2B5EF4-FFF2-40B4-BE49-F238E27FC236}">
                <a16:creationId xmlns:a16="http://schemas.microsoft.com/office/drawing/2014/main" id="{C3F45658-52EB-AE68-7DD2-00BA9C802475}"/>
              </a:ext>
            </a:extLst>
          </p:cNvPr>
          <p:cNvSpPr>
            <a:spLocks noGrp="1"/>
          </p:cNvSpPr>
          <p:nvPr>
            <p:ph sz="half" idx="2" hasCustomPrompt="1"/>
          </p:nvPr>
        </p:nvSpPr>
        <p:spPr>
          <a:xfrm>
            <a:off x="643912"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1" name="Content Placeholder 5">
            <a:extLst>
              <a:ext uri="{FF2B5EF4-FFF2-40B4-BE49-F238E27FC236}">
                <a16:creationId xmlns:a16="http://schemas.microsoft.com/office/drawing/2014/main" id="{FCACC78A-CE4C-D779-A4B8-103E819B2A63}"/>
              </a:ext>
            </a:extLst>
          </p:cNvPr>
          <p:cNvSpPr>
            <a:spLocks noGrp="1"/>
          </p:cNvSpPr>
          <p:nvPr>
            <p:ph sz="quarter" idx="4" hasCustomPrompt="1"/>
          </p:nvPr>
        </p:nvSpPr>
        <p:spPr>
          <a:xfrm>
            <a:off x="4539904"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2" name="Content Placeholder 5">
            <a:extLst>
              <a:ext uri="{FF2B5EF4-FFF2-40B4-BE49-F238E27FC236}">
                <a16:creationId xmlns:a16="http://schemas.microsoft.com/office/drawing/2014/main" id="{3A4D9EEC-CF9D-5FCF-D3D9-BD9838490EB1}"/>
              </a:ext>
            </a:extLst>
          </p:cNvPr>
          <p:cNvSpPr>
            <a:spLocks noGrp="1"/>
          </p:cNvSpPr>
          <p:nvPr>
            <p:ph sz="quarter" idx="14" hasCustomPrompt="1"/>
          </p:nvPr>
        </p:nvSpPr>
        <p:spPr>
          <a:xfrm>
            <a:off x="8423887"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3" name="Picture Placeholder 12">
            <a:extLst>
              <a:ext uri="{FF2B5EF4-FFF2-40B4-BE49-F238E27FC236}">
                <a16:creationId xmlns:a16="http://schemas.microsoft.com/office/drawing/2014/main" id="{28961C79-6584-D0B8-F203-96FBC0849D90}"/>
              </a:ext>
            </a:extLst>
          </p:cNvPr>
          <p:cNvSpPr>
            <a:spLocks noGrp="1"/>
          </p:cNvSpPr>
          <p:nvPr>
            <p:ph type="pic" sz="quarter" idx="15" hasCustomPrompt="1"/>
          </p:nvPr>
        </p:nvSpPr>
        <p:spPr>
          <a:xfrm>
            <a:off x="420670" y="1371600"/>
            <a:ext cx="3657600" cy="2560320"/>
          </a:xfrm>
          <a:prstGeom prst="roundRect">
            <a:avLst>
              <a:gd name="adj" fmla="val 9227"/>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4" name="Picture Placeholder 12">
            <a:extLst>
              <a:ext uri="{FF2B5EF4-FFF2-40B4-BE49-F238E27FC236}">
                <a16:creationId xmlns:a16="http://schemas.microsoft.com/office/drawing/2014/main" id="{9E880BFF-C8C8-8B71-84C1-1A87D878B0A2}"/>
              </a:ext>
            </a:extLst>
          </p:cNvPr>
          <p:cNvSpPr>
            <a:spLocks noGrp="1"/>
          </p:cNvSpPr>
          <p:nvPr>
            <p:ph type="pic" sz="quarter" idx="16" hasCustomPrompt="1"/>
          </p:nvPr>
        </p:nvSpPr>
        <p:spPr>
          <a:xfrm>
            <a:off x="4307517" y="1371600"/>
            <a:ext cx="3657600" cy="2560320"/>
          </a:xfrm>
          <a:prstGeom prst="roundRect">
            <a:avLst>
              <a:gd name="adj" fmla="val 8730"/>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5" name="Picture Placeholder 12">
            <a:extLst>
              <a:ext uri="{FF2B5EF4-FFF2-40B4-BE49-F238E27FC236}">
                <a16:creationId xmlns:a16="http://schemas.microsoft.com/office/drawing/2014/main" id="{10BA1E98-6AF5-601E-9289-92A2474496C0}"/>
              </a:ext>
            </a:extLst>
          </p:cNvPr>
          <p:cNvSpPr>
            <a:spLocks noGrp="1"/>
          </p:cNvSpPr>
          <p:nvPr>
            <p:ph type="pic" sz="quarter" idx="17" hasCustomPrompt="1"/>
          </p:nvPr>
        </p:nvSpPr>
        <p:spPr>
          <a:xfrm>
            <a:off x="8191500" y="1371600"/>
            <a:ext cx="3657600" cy="2560320"/>
          </a:xfrm>
          <a:prstGeom prst="roundRect">
            <a:avLst>
              <a:gd name="adj" fmla="val 6746"/>
            </a:avLst>
          </a:prstGeom>
          <a:effectLst/>
        </p:spPr>
        <p:txBody>
          <a:bodyPr anchor="ctr">
            <a:noAutofit/>
          </a:bodyPr>
          <a:lstStyle>
            <a:lvl1pPr marL="0" indent="0" algn="ctr">
              <a:buNone/>
              <a:defRPr sz="1800"/>
            </a:lvl1pPr>
          </a:lstStyle>
          <a:p>
            <a:r>
              <a:rPr lang="en-US" dirty="0"/>
              <a:t>Click icon to add image</a:t>
            </a:r>
          </a:p>
          <a:p>
            <a:endParaRPr lang="en-US" dirty="0"/>
          </a:p>
        </p:txBody>
      </p:sp>
    </p:spTree>
    <p:extLst>
      <p:ext uri="{BB962C8B-B14F-4D97-AF65-F5344CB8AC3E}">
        <p14:creationId xmlns:p14="http://schemas.microsoft.com/office/powerpoint/2010/main" val="298784519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ain point + 2 supporting">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7109FBF-A551-0E73-F8F7-CC7C0D3CAB0F}"/>
              </a:ext>
            </a:extLst>
          </p:cNvPr>
          <p:cNvSpPr/>
          <p:nvPr userDrawn="1"/>
        </p:nvSpPr>
        <p:spPr>
          <a:xfrm>
            <a:off x="419100" y="1371600"/>
            <a:ext cx="3650025" cy="4838700"/>
          </a:xfrm>
          <a:prstGeom prst="roundRect">
            <a:avLst>
              <a:gd name="adj" fmla="val 595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B23BDB79-7DA4-A7DA-FFAA-D970F473BC0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96CAFAC-60AE-A2BB-3ABA-C67F805E8C97}"/>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7" name="Content Placeholder 3">
            <a:extLst>
              <a:ext uri="{FF2B5EF4-FFF2-40B4-BE49-F238E27FC236}">
                <a16:creationId xmlns:a16="http://schemas.microsoft.com/office/drawing/2014/main" id="{06DC1607-DD34-92DA-9340-AF0A334035F1}"/>
              </a:ext>
            </a:extLst>
          </p:cNvPr>
          <p:cNvSpPr>
            <a:spLocks noGrp="1"/>
          </p:cNvSpPr>
          <p:nvPr>
            <p:ph sz="half" idx="2" hasCustomPrompt="1"/>
          </p:nvPr>
        </p:nvSpPr>
        <p:spPr>
          <a:xfrm>
            <a:off x="789385" y="3340268"/>
            <a:ext cx="2909455" cy="1015663"/>
          </a:xfrm>
          <a:noFill/>
        </p:spPr>
        <p:txBody>
          <a:bodyPr tIns="0" bIns="0" anchor="ctr">
            <a:spAutoFit/>
          </a:bodyPr>
          <a:lstStyle>
            <a:lvl1pPr marL="0" indent="0">
              <a:lnSpc>
                <a:spcPct val="110000"/>
              </a:lnSpc>
              <a:spcAft>
                <a:spcPts val="600"/>
              </a:spcAft>
              <a:buNone/>
              <a:defRPr sz="2000"/>
            </a:lvl1pPr>
            <a:lvl2pPr marL="285750" indent="0">
              <a:lnSpc>
                <a:spcPct val="100000"/>
              </a:lnSpc>
              <a:spcAft>
                <a:spcPts val="600"/>
              </a:spcAft>
              <a:buNone/>
              <a:defRPr sz="1800"/>
            </a:lvl2pPr>
            <a:lvl3pPr marL="628650" indent="0">
              <a:lnSpc>
                <a:spcPct val="100000"/>
              </a:lnSpc>
              <a:spcAft>
                <a:spcPts val="600"/>
              </a:spcAft>
              <a:buNone/>
              <a:defRPr sz="16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6" name="Rectangle: Rounded Corners 5">
            <a:extLst>
              <a:ext uri="{FF2B5EF4-FFF2-40B4-BE49-F238E27FC236}">
                <a16:creationId xmlns:a16="http://schemas.microsoft.com/office/drawing/2014/main" id="{92F6DF51-03DE-037A-36FA-57CE810E7F5F}"/>
              </a:ext>
            </a:extLst>
          </p:cNvPr>
          <p:cNvSpPr/>
          <p:nvPr userDrawn="1"/>
        </p:nvSpPr>
        <p:spPr>
          <a:xfrm>
            <a:off x="4439410" y="3962400"/>
            <a:ext cx="7409690" cy="2247900"/>
          </a:xfrm>
          <a:prstGeom prst="roundRect">
            <a:avLst>
              <a:gd name="adj" fmla="val 6866"/>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7">
            <a:extLst>
              <a:ext uri="{FF2B5EF4-FFF2-40B4-BE49-F238E27FC236}">
                <a16:creationId xmlns:a16="http://schemas.microsoft.com/office/drawing/2014/main" id="{0F2FF4F5-7447-221A-7628-D02970A35BC7}"/>
              </a:ext>
            </a:extLst>
          </p:cNvPr>
          <p:cNvSpPr/>
          <p:nvPr userDrawn="1"/>
        </p:nvSpPr>
        <p:spPr>
          <a:xfrm>
            <a:off x="4439410" y="13716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Content Placeholder 3">
            <a:extLst>
              <a:ext uri="{FF2B5EF4-FFF2-40B4-BE49-F238E27FC236}">
                <a16:creationId xmlns:a16="http://schemas.microsoft.com/office/drawing/2014/main" id="{1A27D050-2858-D049-1607-455C9592B65A}"/>
              </a:ext>
            </a:extLst>
          </p:cNvPr>
          <p:cNvSpPr>
            <a:spLocks noGrp="1"/>
          </p:cNvSpPr>
          <p:nvPr>
            <p:ph sz="half" idx="18" hasCustomPrompt="1"/>
          </p:nvPr>
        </p:nvSpPr>
        <p:spPr>
          <a:xfrm>
            <a:off x="4960187" y="1994800"/>
            <a:ext cx="6393613" cy="987621"/>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746297EF-AFF3-48F7-A407-E3274CA69538}"/>
              </a:ext>
            </a:extLst>
          </p:cNvPr>
          <p:cNvSpPr>
            <a:spLocks noGrp="1"/>
          </p:cNvSpPr>
          <p:nvPr>
            <p:ph sz="half" idx="21" hasCustomPrompt="1"/>
          </p:nvPr>
        </p:nvSpPr>
        <p:spPr>
          <a:xfrm>
            <a:off x="4960187" y="4585600"/>
            <a:ext cx="6393613" cy="987621"/>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Tree>
    <p:extLst>
      <p:ext uri="{BB962C8B-B14F-4D97-AF65-F5344CB8AC3E}">
        <p14:creationId xmlns:p14="http://schemas.microsoft.com/office/powerpoint/2010/main" val="423332126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ain point + 2 supporting images">
    <p:bg>
      <p:bgPr>
        <a:solidFill>
          <a:schemeClr val="bg1"/>
        </a:solidFill>
        <a:effectLst/>
      </p:bgPr>
    </p:bg>
    <p:spTree>
      <p:nvGrpSpPr>
        <p:cNvPr id="1" name=""/>
        <p:cNvGrpSpPr/>
        <p:nvPr/>
      </p:nvGrpSpPr>
      <p:grpSpPr>
        <a:xfrm>
          <a:off x="0" y="0"/>
          <a:ext cx="0" cy="0"/>
          <a:chOff x="0" y="0"/>
          <a:chExt cx="0" cy="0"/>
        </a:xfrm>
      </p:grpSpPr>
      <p:sp>
        <p:nvSpPr>
          <p:cNvPr id="6" name="Rectangle: Rounded Corners 14">
            <a:extLst>
              <a:ext uri="{FF2B5EF4-FFF2-40B4-BE49-F238E27FC236}">
                <a16:creationId xmlns:a16="http://schemas.microsoft.com/office/drawing/2014/main" id="{ABFB6408-920D-1E6F-B461-73461F93CAA7}"/>
              </a:ext>
            </a:extLst>
          </p:cNvPr>
          <p:cNvSpPr/>
          <p:nvPr userDrawn="1"/>
        </p:nvSpPr>
        <p:spPr>
          <a:xfrm>
            <a:off x="419100" y="1371600"/>
            <a:ext cx="3650025" cy="4838700"/>
          </a:xfrm>
          <a:prstGeom prst="roundRect">
            <a:avLst>
              <a:gd name="adj" fmla="val 335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7">
            <a:extLst>
              <a:ext uri="{FF2B5EF4-FFF2-40B4-BE49-F238E27FC236}">
                <a16:creationId xmlns:a16="http://schemas.microsoft.com/office/drawing/2014/main" id="{20B19ADC-8D74-4951-A056-93F593F4359A}"/>
              </a:ext>
            </a:extLst>
          </p:cNvPr>
          <p:cNvSpPr/>
          <p:nvPr userDrawn="1"/>
        </p:nvSpPr>
        <p:spPr>
          <a:xfrm>
            <a:off x="4439410" y="13716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4" name="Title 1">
            <a:extLst>
              <a:ext uri="{FF2B5EF4-FFF2-40B4-BE49-F238E27FC236}">
                <a16:creationId xmlns:a16="http://schemas.microsoft.com/office/drawing/2014/main" id="{B47B450E-3B8F-B9BB-23ED-77B2B602D98D}"/>
              </a:ext>
            </a:extLst>
          </p:cNvPr>
          <p:cNvSpPr>
            <a:spLocks noGrp="1"/>
          </p:cNvSpPr>
          <p:nvPr>
            <p:ph type="title"/>
          </p:nvPr>
        </p:nvSpPr>
        <p:spPr>
          <a:xfrm>
            <a:off x="419100" y="342901"/>
            <a:ext cx="11429999" cy="647176"/>
          </a:xfrm>
        </p:spPr>
        <p:txBody>
          <a:bodyPr/>
          <a:lstStyle/>
          <a:p>
            <a:r>
              <a:rPr lang="en-US"/>
              <a:t>Click to edit Master title style</a:t>
            </a:r>
          </a:p>
        </p:txBody>
      </p:sp>
      <p:sp>
        <p:nvSpPr>
          <p:cNvPr id="15" name="Slide Number Placeholder 4">
            <a:extLst>
              <a:ext uri="{FF2B5EF4-FFF2-40B4-BE49-F238E27FC236}">
                <a16:creationId xmlns:a16="http://schemas.microsoft.com/office/drawing/2014/main" id="{BFF768BE-5F94-42C9-E496-955140986137}"/>
              </a:ext>
            </a:extLst>
          </p:cNvPr>
          <p:cNvSpPr>
            <a:spLocks noGrp="1"/>
          </p:cNvSpPr>
          <p:nvPr>
            <p:ph type="sldNum" sz="quarter" idx="12"/>
          </p:nvPr>
        </p:nvSpPr>
        <p:spPr>
          <a:xfrm>
            <a:off x="9105901" y="6348151"/>
            <a:ext cx="2743200" cy="365125"/>
          </a:xfrm>
        </p:spPr>
        <p:txBody>
          <a:bodyPr/>
          <a:lstStyle/>
          <a:p>
            <a:fld id="{DC503246-BBCE-4F0A-BCDC-08FC4C52637D}" type="slidenum">
              <a:rPr lang="en-US" smtClean="0"/>
              <a:pPr/>
              <a:t>‹#›</a:t>
            </a:fld>
            <a:endParaRPr lang="en-US"/>
          </a:p>
        </p:txBody>
      </p:sp>
      <p:sp>
        <p:nvSpPr>
          <p:cNvPr id="16" name="Content Placeholder 3">
            <a:extLst>
              <a:ext uri="{FF2B5EF4-FFF2-40B4-BE49-F238E27FC236}">
                <a16:creationId xmlns:a16="http://schemas.microsoft.com/office/drawing/2014/main" id="{8E3CD08A-F4CD-7075-B39F-26A7E7D6B9B9}"/>
              </a:ext>
            </a:extLst>
          </p:cNvPr>
          <p:cNvSpPr>
            <a:spLocks noGrp="1"/>
          </p:cNvSpPr>
          <p:nvPr>
            <p:ph sz="half" idx="2" hasCustomPrompt="1"/>
          </p:nvPr>
        </p:nvSpPr>
        <p:spPr>
          <a:xfrm>
            <a:off x="643912" y="4311650"/>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7" name="Picture Placeholder 12">
            <a:extLst>
              <a:ext uri="{FF2B5EF4-FFF2-40B4-BE49-F238E27FC236}">
                <a16:creationId xmlns:a16="http://schemas.microsoft.com/office/drawing/2014/main" id="{18D1C323-2D58-E984-9769-0CF93BF35014}"/>
              </a:ext>
            </a:extLst>
          </p:cNvPr>
          <p:cNvSpPr>
            <a:spLocks noGrp="1"/>
          </p:cNvSpPr>
          <p:nvPr>
            <p:ph type="pic" sz="quarter" idx="15" hasCustomPrompt="1"/>
          </p:nvPr>
        </p:nvSpPr>
        <p:spPr>
          <a:xfrm>
            <a:off x="419101" y="1371600"/>
            <a:ext cx="3650024" cy="2622263"/>
          </a:xfrm>
          <a:prstGeom prst="roundRect">
            <a:avLst>
              <a:gd name="adj" fmla="val 5525"/>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1" name="Content Placeholder 3">
            <a:extLst>
              <a:ext uri="{FF2B5EF4-FFF2-40B4-BE49-F238E27FC236}">
                <a16:creationId xmlns:a16="http://schemas.microsoft.com/office/drawing/2014/main" id="{F2AFFA86-EF61-AE52-5912-1F28DB9B6C35}"/>
              </a:ext>
            </a:extLst>
          </p:cNvPr>
          <p:cNvSpPr>
            <a:spLocks noGrp="1"/>
          </p:cNvSpPr>
          <p:nvPr>
            <p:ph sz="half" idx="18" hasCustomPrompt="1"/>
          </p:nvPr>
        </p:nvSpPr>
        <p:spPr>
          <a:xfrm>
            <a:off x="7351386" y="2049275"/>
            <a:ext cx="4002413"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2" name="Picture Placeholder 19">
            <a:extLst>
              <a:ext uri="{FF2B5EF4-FFF2-40B4-BE49-F238E27FC236}">
                <a16:creationId xmlns:a16="http://schemas.microsoft.com/office/drawing/2014/main" id="{B37E5854-0024-2BA6-0A11-936EDB91894D}"/>
              </a:ext>
            </a:extLst>
          </p:cNvPr>
          <p:cNvSpPr>
            <a:spLocks noGrp="1"/>
          </p:cNvSpPr>
          <p:nvPr>
            <p:ph type="pic" sz="quarter" idx="19" hasCustomPrompt="1"/>
          </p:nvPr>
        </p:nvSpPr>
        <p:spPr>
          <a:xfrm>
            <a:off x="4448554" y="1371600"/>
            <a:ext cx="2431217" cy="2236839"/>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3" name="Rectangle: Rounded Corners 7">
            <a:extLst>
              <a:ext uri="{FF2B5EF4-FFF2-40B4-BE49-F238E27FC236}">
                <a16:creationId xmlns:a16="http://schemas.microsoft.com/office/drawing/2014/main" id="{4B1D0688-BD48-5879-E9D2-8DF70D6B56DF}"/>
              </a:ext>
            </a:extLst>
          </p:cNvPr>
          <p:cNvSpPr/>
          <p:nvPr userDrawn="1"/>
        </p:nvSpPr>
        <p:spPr>
          <a:xfrm>
            <a:off x="4439410" y="39624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4" name="Content Placeholder 3">
            <a:extLst>
              <a:ext uri="{FF2B5EF4-FFF2-40B4-BE49-F238E27FC236}">
                <a16:creationId xmlns:a16="http://schemas.microsoft.com/office/drawing/2014/main" id="{8A001B6D-E4D2-2B03-93FF-DE67C05CDF13}"/>
              </a:ext>
            </a:extLst>
          </p:cNvPr>
          <p:cNvSpPr>
            <a:spLocks noGrp="1"/>
          </p:cNvSpPr>
          <p:nvPr>
            <p:ph sz="half" idx="20" hasCustomPrompt="1"/>
          </p:nvPr>
        </p:nvSpPr>
        <p:spPr>
          <a:xfrm>
            <a:off x="7351386" y="4640075"/>
            <a:ext cx="4002413"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5" name="Picture Placeholder 19">
            <a:extLst>
              <a:ext uri="{FF2B5EF4-FFF2-40B4-BE49-F238E27FC236}">
                <a16:creationId xmlns:a16="http://schemas.microsoft.com/office/drawing/2014/main" id="{145F96AB-F97D-57A2-35EA-DA15CB79E5F8}"/>
              </a:ext>
            </a:extLst>
          </p:cNvPr>
          <p:cNvSpPr>
            <a:spLocks noGrp="1"/>
          </p:cNvSpPr>
          <p:nvPr>
            <p:ph type="pic" sz="quarter" idx="21" hasCustomPrompt="1"/>
          </p:nvPr>
        </p:nvSpPr>
        <p:spPr>
          <a:xfrm>
            <a:off x="4448554" y="3962400"/>
            <a:ext cx="2431217" cy="2236839"/>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18676304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ain point + 3 supportin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96CAFAC-60AE-A2BB-3ABA-C67F805E8C97}"/>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8" name="Rectangle: Rounded Corners 7">
            <a:extLst>
              <a:ext uri="{FF2B5EF4-FFF2-40B4-BE49-F238E27FC236}">
                <a16:creationId xmlns:a16="http://schemas.microsoft.com/office/drawing/2014/main" id="{0F2FF4F5-7447-221A-7628-D02970A35BC7}"/>
              </a:ext>
            </a:extLst>
          </p:cNvPr>
          <p:cNvSpPr/>
          <p:nvPr userDrawn="1"/>
        </p:nvSpPr>
        <p:spPr>
          <a:xfrm>
            <a:off x="419100" y="1485900"/>
            <a:ext cx="11430000" cy="1828798"/>
          </a:xfrm>
          <a:prstGeom prst="roundRect">
            <a:avLst>
              <a:gd name="adj" fmla="val 1029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Content Placeholder 3">
            <a:extLst>
              <a:ext uri="{FF2B5EF4-FFF2-40B4-BE49-F238E27FC236}">
                <a16:creationId xmlns:a16="http://schemas.microsoft.com/office/drawing/2014/main" id="{1A27D050-2858-D049-1607-455C9592B65A}"/>
              </a:ext>
            </a:extLst>
          </p:cNvPr>
          <p:cNvSpPr>
            <a:spLocks noGrp="1"/>
          </p:cNvSpPr>
          <p:nvPr>
            <p:ph sz="half" idx="18" hasCustomPrompt="1"/>
          </p:nvPr>
        </p:nvSpPr>
        <p:spPr>
          <a:xfrm>
            <a:off x="744232" y="1907857"/>
            <a:ext cx="10775280" cy="984885"/>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Rectangle: Rounded Corners 8">
            <a:extLst>
              <a:ext uri="{FF2B5EF4-FFF2-40B4-BE49-F238E27FC236}">
                <a16:creationId xmlns:a16="http://schemas.microsoft.com/office/drawing/2014/main" id="{6377A2A5-F4FE-67F7-ADE6-5A4C45C46636}"/>
              </a:ext>
            </a:extLst>
          </p:cNvPr>
          <p:cNvSpPr/>
          <p:nvPr userDrawn="1"/>
        </p:nvSpPr>
        <p:spPr>
          <a:xfrm>
            <a:off x="419100"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4" name="Text Placeholder 2">
            <a:extLst>
              <a:ext uri="{FF2B5EF4-FFF2-40B4-BE49-F238E27FC236}">
                <a16:creationId xmlns:a16="http://schemas.microsoft.com/office/drawing/2014/main" id="{B7155E0E-FE90-30B4-29B2-5095FF7F7DFF}"/>
              </a:ext>
            </a:extLst>
          </p:cNvPr>
          <p:cNvSpPr>
            <a:spLocks noGrp="1"/>
          </p:cNvSpPr>
          <p:nvPr userDrawn="1">
            <p:ph type="body" idx="1" hasCustomPrompt="1"/>
          </p:nvPr>
        </p:nvSpPr>
        <p:spPr>
          <a:xfrm>
            <a:off x="746593"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6" name="Content Placeholder 3">
            <a:extLst>
              <a:ext uri="{FF2B5EF4-FFF2-40B4-BE49-F238E27FC236}">
                <a16:creationId xmlns:a16="http://schemas.microsoft.com/office/drawing/2014/main" id="{542C1789-5BCE-3857-98C9-2C699654BC1E}"/>
              </a:ext>
            </a:extLst>
          </p:cNvPr>
          <p:cNvSpPr>
            <a:spLocks noGrp="1"/>
          </p:cNvSpPr>
          <p:nvPr userDrawn="1">
            <p:ph sz="half" idx="2" hasCustomPrompt="1"/>
          </p:nvPr>
        </p:nvSpPr>
        <p:spPr>
          <a:xfrm>
            <a:off x="746593"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6" name="Rectangle: Rounded Corners 8">
            <a:extLst>
              <a:ext uri="{FF2B5EF4-FFF2-40B4-BE49-F238E27FC236}">
                <a16:creationId xmlns:a16="http://schemas.microsoft.com/office/drawing/2014/main" id="{B0BFE81F-8456-AC39-1679-18D4E426E6AF}"/>
              </a:ext>
            </a:extLst>
          </p:cNvPr>
          <p:cNvSpPr/>
          <p:nvPr userDrawn="1"/>
        </p:nvSpPr>
        <p:spPr>
          <a:xfrm>
            <a:off x="8170431"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7" name="Text Placeholder 2">
            <a:extLst>
              <a:ext uri="{FF2B5EF4-FFF2-40B4-BE49-F238E27FC236}">
                <a16:creationId xmlns:a16="http://schemas.microsoft.com/office/drawing/2014/main" id="{607609F0-4D50-9330-513F-4BCA6409BF89}"/>
              </a:ext>
            </a:extLst>
          </p:cNvPr>
          <p:cNvSpPr>
            <a:spLocks noGrp="1"/>
          </p:cNvSpPr>
          <p:nvPr>
            <p:ph type="body" idx="19" hasCustomPrompt="1"/>
          </p:nvPr>
        </p:nvSpPr>
        <p:spPr>
          <a:xfrm>
            <a:off x="8497924"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3" name="Content Placeholder 3">
            <a:extLst>
              <a:ext uri="{FF2B5EF4-FFF2-40B4-BE49-F238E27FC236}">
                <a16:creationId xmlns:a16="http://schemas.microsoft.com/office/drawing/2014/main" id="{7E659CCA-1997-5805-AE7F-FC2CBA8438F0}"/>
              </a:ext>
            </a:extLst>
          </p:cNvPr>
          <p:cNvSpPr>
            <a:spLocks noGrp="1"/>
          </p:cNvSpPr>
          <p:nvPr>
            <p:ph sz="half" idx="20" hasCustomPrompt="1"/>
          </p:nvPr>
        </p:nvSpPr>
        <p:spPr>
          <a:xfrm>
            <a:off x="8497924"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5" name="Rectangle: Rounded Corners 8">
            <a:extLst>
              <a:ext uri="{FF2B5EF4-FFF2-40B4-BE49-F238E27FC236}">
                <a16:creationId xmlns:a16="http://schemas.microsoft.com/office/drawing/2014/main" id="{291BB76D-D157-C126-D16B-F05861C573FC}"/>
              </a:ext>
            </a:extLst>
          </p:cNvPr>
          <p:cNvSpPr/>
          <p:nvPr userDrawn="1"/>
        </p:nvSpPr>
        <p:spPr>
          <a:xfrm>
            <a:off x="4294765"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0" name="Text Placeholder 2">
            <a:extLst>
              <a:ext uri="{FF2B5EF4-FFF2-40B4-BE49-F238E27FC236}">
                <a16:creationId xmlns:a16="http://schemas.microsoft.com/office/drawing/2014/main" id="{BAD33963-AB69-FE2A-ECBE-D6DDEC9E474F}"/>
              </a:ext>
            </a:extLst>
          </p:cNvPr>
          <p:cNvSpPr>
            <a:spLocks noGrp="1"/>
          </p:cNvSpPr>
          <p:nvPr>
            <p:ph type="body" idx="21" hasCustomPrompt="1"/>
          </p:nvPr>
        </p:nvSpPr>
        <p:spPr>
          <a:xfrm>
            <a:off x="4622258"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2" name="Content Placeholder 3">
            <a:extLst>
              <a:ext uri="{FF2B5EF4-FFF2-40B4-BE49-F238E27FC236}">
                <a16:creationId xmlns:a16="http://schemas.microsoft.com/office/drawing/2014/main" id="{1B379EDC-66F5-D1E6-79F5-D2E991C68823}"/>
              </a:ext>
            </a:extLst>
          </p:cNvPr>
          <p:cNvSpPr>
            <a:spLocks noGrp="1"/>
          </p:cNvSpPr>
          <p:nvPr>
            <p:ph sz="half" idx="22" hasCustomPrompt="1"/>
          </p:nvPr>
        </p:nvSpPr>
        <p:spPr>
          <a:xfrm>
            <a:off x="4622258"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317115120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ain point w photo + 3 supporting">
    <p:bg>
      <p:bgPr>
        <a:solidFill>
          <a:schemeClr val="bg1"/>
        </a:solidFill>
        <a:effectLst/>
      </p:bgPr>
    </p:bg>
    <p:spTree>
      <p:nvGrpSpPr>
        <p:cNvPr id="1" name=""/>
        <p:cNvGrpSpPr/>
        <p:nvPr/>
      </p:nvGrpSpPr>
      <p:grpSpPr>
        <a:xfrm>
          <a:off x="0" y="0"/>
          <a:ext cx="0" cy="0"/>
          <a:chOff x="0" y="0"/>
          <a:chExt cx="0" cy="0"/>
        </a:xfrm>
      </p:grpSpPr>
      <p:sp>
        <p:nvSpPr>
          <p:cNvPr id="6" name="Rectangle: Rounded Corners 10">
            <a:extLst>
              <a:ext uri="{FF2B5EF4-FFF2-40B4-BE49-F238E27FC236}">
                <a16:creationId xmlns:a16="http://schemas.microsoft.com/office/drawing/2014/main" id="{A477AA5C-159F-62CD-6AB3-B00F2A3A514F}"/>
              </a:ext>
            </a:extLst>
          </p:cNvPr>
          <p:cNvSpPr/>
          <p:nvPr userDrawn="1"/>
        </p:nvSpPr>
        <p:spPr>
          <a:xfrm>
            <a:off x="8460853" y="3543302"/>
            <a:ext cx="3388247" cy="2666998"/>
          </a:xfrm>
          <a:prstGeom prst="roundRect">
            <a:avLst>
              <a:gd name="adj" fmla="val 5020"/>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3" name="Title 1">
            <a:extLst>
              <a:ext uri="{FF2B5EF4-FFF2-40B4-BE49-F238E27FC236}">
                <a16:creationId xmlns:a16="http://schemas.microsoft.com/office/drawing/2014/main" id="{3557FA9E-9D5B-C34C-8303-2319FBA56496}"/>
              </a:ext>
            </a:extLst>
          </p:cNvPr>
          <p:cNvSpPr>
            <a:spLocks noGrp="1"/>
          </p:cNvSpPr>
          <p:nvPr>
            <p:ph type="title"/>
          </p:nvPr>
        </p:nvSpPr>
        <p:spPr>
          <a:xfrm>
            <a:off x="419100" y="342901"/>
            <a:ext cx="11429999" cy="647176"/>
          </a:xfrm>
        </p:spPr>
        <p:txBody>
          <a:bodyPr/>
          <a:lstStyle/>
          <a:p>
            <a:r>
              <a:rPr lang="en-US"/>
              <a:t>Click to edit Master title style</a:t>
            </a:r>
          </a:p>
        </p:txBody>
      </p:sp>
      <p:sp>
        <p:nvSpPr>
          <p:cNvPr id="20" name="Slide Number Placeholder 4">
            <a:extLst>
              <a:ext uri="{FF2B5EF4-FFF2-40B4-BE49-F238E27FC236}">
                <a16:creationId xmlns:a16="http://schemas.microsoft.com/office/drawing/2014/main" id="{C314C204-02A8-6E43-99EF-091BB7B4C99B}"/>
              </a:ext>
            </a:extLst>
          </p:cNvPr>
          <p:cNvSpPr>
            <a:spLocks noGrp="1"/>
          </p:cNvSpPr>
          <p:nvPr>
            <p:ph type="sldNum" sz="quarter" idx="12"/>
          </p:nvPr>
        </p:nvSpPr>
        <p:spPr>
          <a:xfrm>
            <a:off x="9105901" y="6348151"/>
            <a:ext cx="2743200" cy="365125"/>
          </a:xfrm>
        </p:spPr>
        <p:txBody>
          <a:bodyPr/>
          <a:lstStyle/>
          <a:p>
            <a:fld id="{DC503246-BBCE-4F0A-BCDC-08FC4C52637D}" type="slidenum">
              <a:rPr lang="en-US" smtClean="0"/>
              <a:pPr/>
              <a:t>‹#›</a:t>
            </a:fld>
            <a:endParaRPr lang="en-US"/>
          </a:p>
        </p:txBody>
      </p:sp>
      <p:sp>
        <p:nvSpPr>
          <p:cNvPr id="22" name="Rectangle: Rounded Corners 7">
            <a:extLst>
              <a:ext uri="{FF2B5EF4-FFF2-40B4-BE49-F238E27FC236}">
                <a16:creationId xmlns:a16="http://schemas.microsoft.com/office/drawing/2014/main" id="{B0C1D41D-BAB7-A7EA-8053-4899AA956B42}"/>
              </a:ext>
            </a:extLst>
          </p:cNvPr>
          <p:cNvSpPr/>
          <p:nvPr userDrawn="1"/>
        </p:nvSpPr>
        <p:spPr>
          <a:xfrm>
            <a:off x="1162246" y="1485900"/>
            <a:ext cx="10686854" cy="1828798"/>
          </a:xfrm>
          <a:prstGeom prst="roundRect">
            <a:avLst>
              <a:gd name="adj" fmla="val 7369"/>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3" name="Content Placeholder 3">
            <a:extLst>
              <a:ext uri="{FF2B5EF4-FFF2-40B4-BE49-F238E27FC236}">
                <a16:creationId xmlns:a16="http://schemas.microsoft.com/office/drawing/2014/main" id="{D7BCFF0A-3A35-DC91-3F6F-0D3629185D0A}"/>
              </a:ext>
            </a:extLst>
          </p:cNvPr>
          <p:cNvSpPr>
            <a:spLocks noGrp="1"/>
          </p:cNvSpPr>
          <p:nvPr>
            <p:ph sz="half" idx="18" hasCustomPrompt="1"/>
          </p:nvPr>
        </p:nvSpPr>
        <p:spPr>
          <a:xfrm>
            <a:off x="2668577" y="1907857"/>
            <a:ext cx="8756566" cy="984885"/>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4" name="Rectangle: Rounded Corners 8">
            <a:extLst>
              <a:ext uri="{FF2B5EF4-FFF2-40B4-BE49-F238E27FC236}">
                <a16:creationId xmlns:a16="http://schemas.microsoft.com/office/drawing/2014/main" id="{EF5EA3BB-10E0-B04C-60DD-6EE5C33E8C75}"/>
              </a:ext>
            </a:extLst>
          </p:cNvPr>
          <p:cNvSpPr/>
          <p:nvPr userDrawn="1"/>
        </p:nvSpPr>
        <p:spPr>
          <a:xfrm>
            <a:off x="1181103" y="3543302"/>
            <a:ext cx="3388247"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5" name="Rectangle: Rounded Corners 10">
            <a:extLst>
              <a:ext uri="{FF2B5EF4-FFF2-40B4-BE49-F238E27FC236}">
                <a16:creationId xmlns:a16="http://schemas.microsoft.com/office/drawing/2014/main" id="{57351171-1DA9-AF08-C3C2-96B12F0DDDDD}"/>
              </a:ext>
            </a:extLst>
          </p:cNvPr>
          <p:cNvSpPr/>
          <p:nvPr userDrawn="1"/>
        </p:nvSpPr>
        <p:spPr>
          <a:xfrm>
            <a:off x="4820978" y="3543302"/>
            <a:ext cx="3388247" cy="2666998"/>
          </a:xfrm>
          <a:prstGeom prst="roundRect">
            <a:avLst>
              <a:gd name="adj" fmla="val 5020"/>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6" name="Text Placeholder 2">
            <a:extLst>
              <a:ext uri="{FF2B5EF4-FFF2-40B4-BE49-F238E27FC236}">
                <a16:creationId xmlns:a16="http://schemas.microsoft.com/office/drawing/2014/main" id="{69C43166-2DA6-A0B7-21E8-CEE047D8E016}"/>
              </a:ext>
            </a:extLst>
          </p:cNvPr>
          <p:cNvSpPr>
            <a:spLocks noGrp="1"/>
          </p:cNvSpPr>
          <p:nvPr>
            <p:ph type="body" idx="1" hasCustomPrompt="1"/>
          </p:nvPr>
        </p:nvSpPr>
        <p:spPr>
          <a:xfrm>
            <a:off x="1423748"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7" name="Content Placeholder 3">
            <a:extLst>
              <a:ext uri="{FF2B5EF4-FFF2-40B4-BE49-F238E27FC236}">
                <a16:creationId xmlns:a16="http://schemas.microsoft.com/office/drawing/2014/main" id="{EB3E3EA0-DF42-5351-E520-1805467D5978}"/>
              </a:ext>
            </a:extLst>
          </p:cNvPr>
          <p:cNvSpPr>
            <a:spLocks noGrp="1"/>
          </p:cNvSpPr>
          <p:nvPr>
            <p:ph sz="half" idx="2" hasCustomPrompt="1"/>
          </p:nvPr>
        </p:nvSpPr>
        <p:spPr>
          <a:xfrm>
            <a:off x="1423748"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8" name="Text Placeholder 4">
            <a:extLst>
              <a:ext uri="{FF2B5EF4-FFF2-40B4-BE49-F238E27FC236}">
                <a16:creationId xmlns:a16="http://schemas.microsoft.com/office/drawing/2014/main" id="{74A0013E-F300-BF10-DCDB-6396B184E1F9}"/>
              </a:ext>
            </a:extLst>
          </p:cNvPr>
          <p:cNvSpPr>
            <a:spLocks noGrp="1"/>
          </p:cNvSpPr>
          <p:nvPr>
            <p:ph type="body" sz="quarter" idx="3" hasCustomPrompt="1"/>
          </p:nvPr>
        </p:nvSpPr>
        <p:spPr>
          <a:xfrm>
            <a:off x="5063624"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9" name="Content Placeholder 5">
            <a:extLst>
              <a:ext uri="{FF2B5EF4-FFF2-40B4-BE49-F238E27FC236}">
                <a16:creationId xmlns:a16="http://schemas.microsoft.com/office/drawing/2014/main" id="{BC47406E-2043-1985-F7B5-1AFF4F45BE03}"/>
              </a:ext>
            </a:extLst>
          </p:cNvPr>
          <p:cNvSpPr>
            <a:spLocks noGrp="1"/>
          </p:cNvSpPr>
          <p:nvPr>
            <p:ph sz="quarter" idx="4" hasCustomPrompt="1"/>
          </p:nvPr>
        </p:nvSpPr>
        <p:spPr>
          <a:xfrm>
            <a:off x="5063624"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Text Placeholder 4">
            <a:extLst>
              <a:ext uri="{FF2B5EF4-FFF2-40B4-BE49-F238E27FC236}">
                <a16:creationId xmlns:a16="http://schemas.microsoft.com/office/drawing/2014/main" id="{6446EF66-AF34-1E0F-856E-C8F8ECD4CEAC}"/>
              </a:ext>
            </a:extLst>
          </p:cNvPr>
          <p:cNvSpPr>
            <a:spLocks noGrp="1"/>
          </p:cNvSpPr>
          <p:nvPr>
            <p:ph type="body" sz="quarter" idx="13" hasCustomPrompt="1"/>
          </p:nvPr>
        </p:nvSpPr>
        <p:spPr>
          <a:xfrm>
            <a:off x="8703497"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1" name="Content Placeholder 5">
            <a:extLst>
              <a:ext uri="{FF2B5EF4-FFF2-40B4-BE49-F238E27FC236}">
                <a16:creationId xmlns:a16="http://schemas.microsoft.com/office/drawing/2014/main" id="{DC2F462B-F2F2-F5C6-1406-F3F64BAE7ED3}"/>
              </a:ext>
            </a:extLst>
          </p:cNvPr>
          <p:cNvSpPr>
            <a:spLocks noGrp="1"/>
          </p:cNvSpPr>
          <p:nvPr>
            <p:ph sz="quarter" idx="14" hasCustomPrompt="1"/>
          </p:nvPr>
        </p:nvSpPr>
        <p:spPr>
          <a:xfrm>
            <a:off x="8703497"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2" name="Oval 31">
            <a:extLst>
              <a:ext uri="{FF2B5EF4-FFF2-40B4-BE49-F238E27FC236}">
                <a16:creationId xmlns:a16="http://schemas.microsoft.com/office/drawing/2014/main" id="{CE5E9E0D-CFE5-2AE4-9E60-BAB0447A8A70}"/>
              </a:ext>
            </a:extLst>
          </p:cNvPr>
          <p:cNvSpPr/>
          <p:nvPr userDrawn="1"/>
        </p:nvSpPr>
        <p:spPr>
          <a:xfrm>
            <a:off x="430976" y="1476253"/>
            <a:ext cx="1852328" cy="1852328"/>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3" name="Picture Placeholder 12">
            <a:extLst>
              <a:ext uri="{FF2B5EF4-FFF2-40B4-BE49-F238E27FC236}">
                <a16:creationId xmlns:a16="http://schemas.microsoft.com/office/drawing/2014/main" id="{EC412EF2-03F2-40B9-0D02-EB4F8F46A538}"/>
              </a:ext>
            </a:extLst>
          </p:cNvPr>
          <p:cNvSpPr>
            <a:spLocks noGrp="1"/>
          </p:cNvSpPr>
          <p:nvPr>
            <p:ph type="pic" sz="quarter" idx="15" hasCustomPrompt="1"/>
          </p:nvPr>
        </p:nvSpPr>
        <p:spPr>
          <a:xfrm>
            <a:off x="430976" y="1485900"/>
            <a:ext cx="1852328" cy="1852328"/>
          </a:xfrm>
          <a:prstGeom prst="ellipse">
            <a:avLst/>
          </a:prstGeom>
        </p:spPr>
        <p:txBody>
          <a:bodyPr>
            <a:noAutofit/>
          </a:bodyPr>
          <a:lstStyle>
            <a:lvl1pPr marL="0" indent="0">
              <a:buNone/>
              <a:defRPr sz="1800"/>
            </a:lvl1pPr>
          </a:lstStyle>
          <a:p>
            <a:r>
              <a:rPr lang="en-US" dirty="0"/>
              <a:t>Click icon to add image</a:t>
            </a:r>
          </a:p>
        </p:txBody>
      </p:sp>
    </p:spTree>
    <p:extLst>
      <p:ext uri="{BB962C8B-B14F-4D97-AF65-F5344CB8AC3E}">
        <p14:creationId xmlns:p14="http://schemas.microsoft.com/office/powerpoint/2010/main" val="346883627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pillar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7A7BC55-834F-35C9-7A9C-F351FE4ECF2E}"/>
              </a:ext>
            </a:extLst>
          </p:cNvPr>
          <p:cNvSpPr>
            <a:spLocks noGrp="1"/>
          </p:cNvSpPr>
          <p:nvPr>
            <p:ph type="title"/>
          </p:nvPr>
        </p:nvSpPr>
        <p:spPr>
          <a:xfrm>
            <a:off x="419100" y="342901"/>
            <a:ext cx="11429999" cy="647176"/>
          </a:xfrm>
        </p:spPr>
        <p:txBody>
          <a:bodyPr/>
          <a:lstStyle/>
          <a:p>
            <a:r>
              <a:rPr lang="en-US"/>
              <a:t>Click to edit Master title style</a:t>
            </a:r>
          </a:p>
        </p:txBody>
      </p:sp>
      <p:sp>
        <p:nvSpPr>
          <p:cNvPr id="12" name="Slide Number Placeholder 4">
            <a:extLst>
              <a:ext uri="{FF2B5EF4-FFF2-40B4-BE49-F238E27FC236}">
                <a16:creationId xmlns:a16="http://schemas.microsoft.com/office/drawing/2014/main" id="{6415D1DC-82BC-C90A-95C3-76B019B37FDF}"/>
              </a:ext>
            </a:extLst>
          </p:cNvPr>
          <p:cNvSpPr>
            <a:spLocks noGrp="1"/>
          </p:cNvSpPr>
          <p:nvPr>
            <p:ph type="sldNum" sz="quarter" idx="12"/>
          </p:nvPr>
        </p:nvSpPr>
        <p:spPr>
          <a:xfrm>
            <a:off x="9105901" y="6348151"/>
            <a:ext cx="2743200" cy="365125"/>
          </a:xfrm>
        </p:spPr>
        <p:txBody>
          <a:bodyPr/>
          <a:lstStyle/>
          <a:p>
            <a:fld id="{DC503246-BBCE-4F0A-BCDC-08FC4C52637D}" type="slidenum">
              <a:rPr lang="en-US" smtClean="0"/>
              <a:pPr/>
              <a:t>‹#›</a:t>
            </a:fld>
            <a:endParaRPr lang="en-US"/>
          </a:p>
        </p:txBody>
      </p:sp>
      <p:sp>
        <p:nvSpPr>
          <p:cNvPr id="14" name="Rectangle: Rounded Corners 14">
            <a:extLst>
              <a:ext uri="{FF2B5EF4-FFF2-40B4-BE49-F238E27FC236}">
                <a16:creationId xmlns:a16="http://schemas.microsoft.com/office/drawing/2014/main" id="{8BC3FC6D-2BA5-FEEC-EDCC-688A872C0FA3}"/>
              </a:ext>
            </a:extLst>
          </p:cNvPr>
          <p:cNvSpPr/>
          <p:nvPr userDrawn="1"/>
        </p:nvSpPr>
        <p:spPr>
          <a:xfrm>
            <a:off x="419100" y="2060812"/>
            <a:ext cx="11430000" cy="4149488"/>
          </a:xfrm>
          <a:prstGeom prst="roundRect">
            <a:avLst>
              <a:gd name="adj" fmla="val 313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8" name="Oval 17">
            <a:extLst>
              <a:ext uri="{FF2B5EF4-FFF2-40B4-BE49-F238E27FC236}">
                <a16:creationId xmlns:a16="http://schemas.microsoft.com/office/drawing/2014/main" id="{B1A7F1E9-13EA-7BD9-34BF-D5753914E19D}"/>
              </a:ext>
            </a:extLst>
          </p:cNvPr>
          <p:cNvSpPr/>
          <p:nvPr userDrawn="1"/>
        </p:nvSpPr>
        <p:spPr>
          <a:xfrm>
            <a:off x="1035007"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19" name="Straight Connector 18">
            <a:extLst>
              <a:ext uri="{FF2B5EF4-FFF2-40B4-BE49-F238E27FC236}">
                <a16:creationId xmlns:a16="http://schemas.microsoft.com/office/drawing/2014/main" id="{9BC335E8-287B-2524-150D-033C483514FE}"/>
              </a:ext>
            </a:extLst>
          </p:cNvPr>
          <p:cNvCxnSpPr>
            <a:cxnSpLocks/>
          </p:cNvCxnSpPr>
          <p:nvPr userDrawn="1"/>
        </p:nvCxnSpPr>
        <p:spPr>
          <a:xfrm>
            <a:off x="1278605"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 name="Picture Placeholder 12">
            <a:extLst>
              <a:ext uri="{FF2B5EF4-FFF2-40B4-BE49-F238E27FC236}">
                <a16:creationId xmlns:a16="http://schemas.microsoft.com/office/drawing/2014/main" id="{4EDBDAE7-8B58-8891-7327-E4ABE61D6F14}"/>
              </a:ext>
            </a:extLst>
          </p:cNvPr>
          <p:cNvSpPr>
            <a:spLocks noGrp="1"/>
          </p:cNvSpPr>
          <p:nvPr>
            <p:ph type="pic" sz="quarter" idx="15" hasCustomPrompt="1"/>
          </p:nvPr>
        </p:nvSpPr>
        <p:spPr>
          <a:xfrm>
            <a:off x="1044532" y="149542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27" name="Text Placeholder 12">
            <a:extLst>
              <a:ext uri="{FF2B5EF4-FFF2-40B4-BE49-F238E27FC236}">
                <a16:creationId xmlns:a16="http://schemas.microsoft.com/office/drawing/2014/main" id="{5B3B7C79-38B0-1A2E-803F-0A79610FAE5D}"/>
              </a:ext>
            </a:extLst>
          </p:cNvPr>
          <p:cNvSpPr>
            <a:spLocks noGrp="1"/>
          </p:cNvSpPr>
          <p:nvPr>
            <p:ph type="body" sz="quarter" idx="14"/>
          </p:nvPr>
        </p:nvSpPr>
        <p:spPr>
          <a:xfrm>
            <a:off x="619391" y="4273981"/>
            <a:ext cx="2334463" cy="27002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28" name="Text Placeholder 2">
            <a:extLst>
              <a:ext uri="{FF2B5EF4-FFF2-40B4-BE49-F238E27FC236}">
                <a16:creationId xmlns:a16="http://schemas.microsoft.com/office/drawing/2014/main" id="{549748C2-5A9E-2CC4-DDB7-9C25E95F7A4E}"/>
              </a:ext>
            </a:extLst>
          </p:cNvPr>
          <p:cNvSpPr>
            <a:spLocks noGrp="1"/>
          </p:cNvSpPr>
          <p:nvPr>
            <p:ph type="body" idx="1" hasCustomPrompt="1"/>
          </p:nvPr>
        </p:nvSpPr>
        <p:spPr>
          <a:xfrm>
            <a:off x="619390"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9" name="Oval 28">
            <a:extLst>
              <a:ext uri="{FF2B5EF4-FFF2-40B4-BE49-F238E27FC236}">
                <a16:creationId xmlns:a16="http://schemas.microsoft.com/office/drawing/2014/main" id="{71484C2E-741E-425F-80B2-476B27E37934}"/>
              </a:ext>
            </a:extLst>
          </p:cNvPr>
          <p:cNvSpPr/>
          <p:nvPr userDrawn="1"/>
        </p:nvSpPr>
        <p:spPr>
          <a:xfrm>
            <a:off x="3907187"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30" name="Straight Connector 29">
            <a:extLst>
              <a:ext uri="{FF2B5EF4-FFF2-40B4-BE49-F238E27FC236}">
                <a16:creationId xmlns:a16="http://schemas.microsoft.com/office/drawing/2014/main" id="{E6A0E0EC-CE34-DAAD-5377-9E2F5CE887E1}"/>
              </a:ext>
            </a:extLst>
          </p:cNvPr>
          <p:cNvCxnSpPr>
            <a:cxnSpLocks/>
          </p:cNvCxnSpPr>
          <p:nvPr userDrawn="1"/>
        </p:nvCxnSpPr>
        <p:spPr>
          <a:xfrm>
            <a:off x="4150046"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Picture Placeholder 12">
            <a:extLst>
              <a:ext uri="{FF2B5EF4-FFF2-40B4-BE49-F238E27FC236}">
                <a16:creationId xmlns:a16="http://schemas.microsoft.com/office/drawing/2014/main" id="{DF8B5B29-D300-9F69-E0B7-56BDB2FEF6D3}"/>
              </a:ext>
            </a:extLst>
          </p:cNvPr>
          <p:cNvSpPr>
            <a:spLocks noGrp="1"/>
          </p:cNvSpPr>
          <p:nvPr>
            <p:ph type="pic" sz="quarter" idx="16" hasCustomPrompt="1"/>
          </p:nvPr>
        </p:nvSpPr>
        <p:spPr>
          <a:xfrm>
            <a:off x="3916712"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33" name="Text Placeholder 12">
            <a:extLst>
              <a:ext uri="{FF2B5EF4-FFF2-40B4-BE49-F238E27FC236}">
                <a16:creationId xmlns:a16="http://schemas.microsoft.com/office/drawing/2014/main" id="{C7684B9D-A7EE-CEFB-CBD7-85ED24746886}"/>
              </a:ext>
            </a:extLst>
          </p:cNvPr>
          <p:cNvSpPr>
            <a:spLocks noGrp="1"/>
          </p:cNvSpPr>
          <p:nvPr>
            <p:ph type="body" sz="quarter" idx="17"/>
          </p:nvPr>
        </p:nvSpPr>
        <p:spPr>
          <a:xfrm>
            <a:off x="3490832" y="4273981"/>
            <a:ext cx="2334463" cy="27002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36" name="Text Placeholder 2">
            <a:extLst>
              <a:ext uri="{FF2B5EF4-FFF2-40B4-BE49-F238E27FC236}">
                <a16:creationId xmlns:a16="http://schemas.microsoft.com/office/drawing/2014/main" id="{4B69EA51-E832-1E2D-4F0C-82C9115D3ECB}"/>
              </a:ext>
            </a:extLst>
          </p:cNvPr>
          <p:cNvSpPr>
            <a:spLocks noGrp="1"/>
          </p:cNvSpPr>
          <p:nvPr>
            <p:ph type="body" idx="18" hasCustomPrompt="1"/>
          </p:nvPr>
        </p:nvSpPr>
        <p:spPr>
          <a:xfrm>
            <a:off x="3490831"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7" name="Oval 36">
            <a:extLst>
              <a:ext uri="{FF2B5EF4-FFF2-40B4-BE49-F238E27FC236}">
                <a16:creationId xmlns:a16="http://schemas.microsoft.com/office/drawing/2014/main" id="{1D260014-AEF1-7AE3-57DD-F0BD3AD7647D}"/>
              </a:ext>
            </a:extLst>
          </p:cNvPr>
          <p:cNvSpPr/>
          <p:nvPr userDrawn="1"/>
        </p:nvSpPr>
        <p:spPr>
          <a:xfrm>
            <a:off x="9653762"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39" name="Straight Connector 38">
            <a:extLst>
              <a:ext uri="{FF2B5EF4-FFF2-40B4-BE49-F238E27FC236}">
                <a16:creationId xmlns:a16="http://schemas.microsoft.com/office/drawing/2014/main" id="{24AE0500-65AD-FF0D-254A-17E030003051}"/>
              </a:ext>
            </a:extLst>
          </p:cNvPr>
          <p:cNvCxnSpPr>
            <a:cxnSpLocks/>
          </p:cNvCxnSpPr>
          <p:nvPr userDrawn="1"/>
        </p:nvCxnSpPr>
        <p:spPr>
          <a:xfrm>
            <a:off x="9897360"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1" name="Picture Placeholder 12">
            <a:extLst>
              <a:ext uri="{FF2B5EF4-FFF2-40B4-BE49-F238E27FC236}">
                <a16:creationId xmlns:a16="http://schemas.microsoft.com/office/drawing/2014/main" id="{B640880A-7973-008F-432F-8B123939CD01}"/>
              </a:ext>
            </a:extLst>
          </p:cNvPr>
          <p:cNvSpPr>
            <a:spLocks noGrp="1"/>
          </p:cNvSpPr>
          <p:nvPr>
            <p:ph type="pic" sz="quarter" idx="19" hasCustomPrompt="1"/>
          </p:nvPr>
        </p:nvSpPr>
        <p:spPr>
          <a:xfrm>
            <a:off x="9663287"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43" name="Text Placeholder 12">
            <a:extLst>
              <a:ext uri="{FF2B5EF4-FFF2-40B4-BE49-F238E27FC236}">
                <a16:creationId xmlns:a16="http://schemas.microsoft.com/office/drawing/2014/main" id="{E158B3A9-DA4C-81C6-D04A-2085EA64B0F8}"/>
              </a:ext>
            </a:extLst>
          </p:cNvPr>
          <p:cNvSpPr>
            <a:spLocks noGrp="1"/>
          </p:cNvSpPr>
          <p:nvPr>
            <p:ph type="body" sz="quarter" idx="20"/>
          </p:nvPr>
        </p:nvSpPr>
        <p:spPr>
          <a:xfrm>
            <a:off x="9238146" y="4273981"/>
            <a:ext cx="2334463" cy="27002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44" name="Text Placeholder 2">
            <a:extLst>
              <a:ext uri="{FF2B5EF4-FFF2-40B4-BE49-F238E27FC236}">
                <a16:creationId xmlns:a16="http://schemas.microsoft.com/office/drawing/2014/main" id="{25C21C7E-82D5-470C-2DF8-E789D36F8E26}"/>
              </a:ext>
            </a:extLst>
          </p:cNvPr>
          <p:cNvSpPr>
            <a:spLocks noGrp="1"/>
          </p:cNvSpPr>
          <p:nvPr>
            <p:ph type="body" idx="21" hasCustomPrompt="1"/>
          </p:nvPr>
        </p:nvSpPr>
        <p:spPr>
          <a:xfrm>
            <a:off x="9238145"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5" name="Oval 44">
            <a:extLst>
              <a:ext uri="{FF2B5EF4-FFF2-40B4-BE49-F238E27FC236}">
                <a16:creationId xmlns:a16="http://schemas.microsoft.com/office/drawing/2014/main" id="{7D97B6E0-585B-449B-320B-4687159A7D9A}"/>
              </a:ext>
            </a:extLst>
          </p:cNvPr>
          <p:cNvSpPr/>
          <p:nvPr userDrawn="1"/>
        </p:nvSpPr>
        <p:spPr>
          <a:xfrm>
            <a:off x="6780474"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46" name="Straight Connector 45">
            <a:extLst>
              <a:ext uri="{FF2B5EF4-FFF2-40B4-BE49-F238E27FC236}">
                <a16:creationId xmlns:a16="http://schemas.microsoft.com/office/drawing/2014/main" id="{5C22E0AE-DAB3-BF17-69BF-39D436D975C1}"/>
              </a:ext>
            </a:extLst>
          </p:cNvPr>
          <p:cNvCxnSpPr>
            <a:cxnSpLocks/>
          </p:cNvCxnSpPr>
          <p:nvPr userDrawn="1"/>
        </p:nvCxnSpPr>
        <p:spPr>
          <a:xfrm>
            <a:off x="7023702"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7" name="Picture Placeholder 12">
            <a:extLst>
              <a:ext uri="{FF2B5EF4-FFF2-40B4-BE49-F238E27FC236}">
                <a16:creationId xmlns:a16="http://schemas.microsoft.com/office/drawing/2014/main" id="{51D0E8A9-2F1B-524B-6392-9D00F738F8FC}"/>
              </a:ext>
            </a:extLst>
          </p:cNvPr>
          <p:cNvSpPr>
            <a:spLocks noGrp="1"/>
          </p:cNvSpPr>
          <p:nvPr>
            <p:ph type="pic" sz="quarter" idx="22" hasCustomPrompt="1"/>
          </p:nvPr>
        </p:nvSpPr>
        <p:spPr>
          <a:xfrm>
            <a:off x="6789999"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48" name="Text Placeholder 12">
            <a:extLst>
              <a:ext uri="{FF2B5EF4-FFF2-40B4-BE49-F238E27FC236}">
                <a16:creationId xmlns:a16="http://schemas.microsoft.com/office/drawing/2014/main" id="{971D29F9-4A83-2287-8D37-98D1E104B8F2}"/>
              </a:ext>
            </a:extLst>
          </p:cNvPr>
          <p:cNvSpPr>
            <a:spLocks noGrp="1"/>
          </p:cNvSpPr>
          <p:nvPr>
            <p:ph type="body" sz="quarter" idx="23"/>
          </p:nvPr>
        </p:nvSpPr>
        <p:spPr>
          <a:xfrm>
            <a:off x="6364488" y="4273981"/>
            <a:ext cx="2334463" cy="27002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49" name="Text Placeholder 2">
            <a:extLst>
              <a:ext uri="{FF2B5EF4-FFF2-40B4-BE49-F238E27FC236}">
                <a16:creationId xmlns:a16="http://schemas.microsoft.com/office/drawing/2014/main" id="{F1075A04-6C45-3D86-8929-00EBC25E1E6A}"/>
              </a:ext>
            </a:extLst>
          </p:cNvPr>
          <p:cNvSpPr>
            <a:spLocks noGrp="1"/>
          </p:cNvSpPr>
          <p:nvPr>
            <p:ph type="body" idx="24" hasCustomPrompt="1"/>
          </p:nvPr>
        </p:nvSpPr>
        <p:spPr>
          <a:xfrm>
            <a:off x="6364487"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Tree>
    <p:extLst>
      <p:ext uri="{BB962C8B-B14F-4D97-AF65-F5344CB8AC3E}">
        <p14:creationId xmlns:p14="http://schemas.microsoft.com/office/powerpoint/2010/main" val="2289714534"/>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column">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7D82D21-4424-D010-291D-A10D735644B4}"/>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601980"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601980"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Rectangle: Rounded Corners 14">
            <a:extLst>
              <a:ext uri="{FF2B5EF4-FFF2-40B4-BE49-F238E27FC236}">
                <a16:creationId xmlns:a16="http://schemas.microsoft.com/office/drawing/2014/main" id="{CDA630CA-AC91-9937-3BDE-708242D99EE2}"/>
              </a:ext>
            </a:extLst>
          </p:cNvPr>
          <p:cNvSpPr/>
          <p:nvPr userDrawn="1"/>
        </p:nvSpPr>
        <p:spPr>
          <a:xfrm>
            <a:off x="3344333"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Rectangle: Rounded Corners 14">
            <a:extLst>
              <a:ext uri="{FF2B5EF4-FFF2-40B4-BE49-F238E27FC236}">
                <a16:creationId xmlns:a16="http://schemas.microsoft.com/office/drawing/2014/main" id="{D9FE9A6B-FC2A-9A04-C60A-5FF8E588915F}"/>
              </a:ext>
            </a:extLst>
          </p:cNvPr>
          <p:cNvSpPr/>
          <p:nvPr userDrawn="1"/>
        </p:nvSpPr>
        <p:spPr>
          <a:xfrm>
            <a:off x="6269566"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2" name="Rectangle: Rounded Corners 14">
            <a:extLst>
              <a:ext uri="{FF2B5EF4-FFF2-40B4-BE49-F238E27FC236}">
                <a16:creationId xmlns:a16="http://schemas.microsoft.com/office/drawing/2014/main" id="{5132F6C4-259F-A485-6FEB-B51E68939AC4}"/>
              </a:ext>
            </a:extLst>
          </p:cNvPr>
          <p:cNvSpPr/>
          <p:nvPr userDrawn="1"/>
        </p:nvSpPr>
        <p:spPr>
          <a:xfrm>
            <a:off x="9194800"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3" name="Text Placeholder 2">
            <a:extLst>
              <a:ext uri="{FF2B5EF4-FFF2-40B4-BE49-F238E27FC236}">
                <a16:creationId xmlns:a16="http://schemas.microsoft.com/office/drawing/2014/main" id="{8ACFE3EF-31FB-9767-3942-855DA022D2D0}"/>
              </a:ext>
            </a:extLst>
          </p:cNvPr>
          <p:cNvSpPr>
            <a:spLocks noGrp="1"/>
          </p:cNvSpPr>
          <p:nvPr>
            <p:ph type="body" idx="13" hasCustomPrompt="1"/>
          </p:nvPr>
        </p:nvSpPr>
        <p:spPr>
          <a:xfrm>
            <a:off x="3521287"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4" name="Content Placeholder 3">
            <a:extLst>
              <a:ext uri="{FF2B5EF4-FFF2-40B4-BE49-F238E27FC236}">
                <a16:creationId xmlns:a16="http://schemas.microsoft.com/office/drawing/2014/main" id="{5100FB44-5917-E2FA-F2F6-B9595E8BAE93}"/>
              </a:ext>
            </a:extLst>
          </p:cNvPr>
          <p:cNvSpPr>
            <a:spLocks noGrp="1"/>
          </p:cNvSpPr>
          <p:nvPr>
            <p:ph sz="half" idx="14" hasCustomPrompt="1"/>
          </p:nvPr>
        </p:nvSpPr>
        <p:spPr>
          <a:xfrm>
            <a:off x="3521287"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5" name="Text Placeholder 2">
            <a:extLst>
              <a:ext uri="{FF2B5EF4-FFF2-40B4-BE49-F238E27FC236}">
                <a16:creationId xmlns:a16="http://schemas.microsoft.com/office/drawing/2014/main" id="{25C4A104-65E1-D9DA-FB3D-FB3069741FD4}"/>
              </a:ext>
            </a:extLst>
          </p:cNvPr>
          <p:cNvSpPr>
            <a:spLocks noGrp="1"/>
          </p:cNvSpPr>
          <p:nvPr>
            <p:ph type="body" idx="15" hasCustomPrompt="1"/>
          </p:nvPr>
        </p:nvSpPr>
        <p:spPr>
          <a:xfrm>
            <a:off x="6446520"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6" name="Content Placeholder 3">
            <a:extLst>
              <a:ext uri="{FF2B5EF4-FFF2-40B4-BE49-F238E27FC236}">
                <a16:creationId xmlns:a16="http://schemas.microsoft.com/office/drawing/2014/main" id="{83755C07-4451-FB89-D4A0-6F1401349EE7}"/>
              </a:ext>
            </a:extLst>
          </p:cNvPr>
          <p:cNvSpPr>
            <a:spLocks noGrp="1"/>
          </p:cNvSpPr>
          <p:nvPr>
            <p:ph sz="half" idx="16" hasCustomPrompt="1"/>
          </p:nvPr>
        </p:nvSpPr>
        <p:spPr>
          <a:xfrm>
            <a:off x="6446520"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7" name="Text Placeholder 2">
            <a:extLst>
              <a:ext uri="{FF2B5EF4-FFF2-40B4-BE49-F238E27FC236}">
                <a16:creationId xmlns:a16="http://schemas.microsoft.com/office/drawing/2014/main" id="{1102334C-C71A-030B-D4A9-CDCB5F6F07DC}"/>
              </a:ext>
            </a:extLst>
          </p:cNvPr>
          <p:cNvSpPr>
            <a:spLocks noGrp="1"/>
          </p:cNvSpPr>
          <p:nvPr>
            <p:ph type="body" idx="17" hasCustomPrompt="1"/>
          </p:nvPr>
        </p:nvSpPr>
        <p:spPr>
          <a:xfrm>
            <a:off x="9371754"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8" name="Content Placeholder 3">
            <a:extLst>
              <a:ext uri="{FF2B5EF4-FFF2-40B4-BE49-F238E27FC236}">
                <a16:creationId xmlns:a16="http://schemas.microsoft.com/office/drawing/2014/main" id="{6231D22F-202B-F7CC-05D0-9F1736CCBE05}"/>
              </a:ext>
            </a:extLst>
          </p:cNvPr>
          <p:cNvSpPr>
            <a:spLocks noGrp="1"/>
          </p:cNvSpPr>
          <p:nvPr>
            <p:ph sz="half" idx="18" hasCustomPrompt="1"/>
          </p:nvPr>
        </p:nvSpPr>
        <p:spPr>
          <a:xfrm>
            <a:off x="9371754"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405266514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column header emphasis">
    <p:bg>
      <p:bgPr>
        <a:solidFill>
          <a:schemeClr val="bg1"/>
        </a:solidFill>
        <a:effectLst/>
      </p:bgPr>
    </p:bg>
    <p:spTree>
      <p:nvGrpSpPr>
        <p:cNvPr id="1" name=""/>
        <p:cNvGrpSpPr/>
        <p:nvPr/>
      </p:nvGrpSpPr>
      <p:grpSpPr>
        <a:xfrm>
          <a:off x="0" y="0"/>
          <a:ext cx="0" cy="0"/>
          <a:chOff x="0" y="0"/>
          <a:chExt cx="0" cy="0"/>
        </a:xfrm>
      </p:grpSpPr>
      <p:sp>
        <p:nvSpPr>
          <p:cNvPr id="8" name="Rectangle: Rounded Corners 14">
            <a:extLst>
              <a:ext uri="{FF2B5EF4-FFF2-40B4-BE49-F238E27FC236}">
                <a16:creationId xmlns:a16="http://schemas.microsoft.com/office/drawing/2014/main" id="{6816EF0C-A4B6-AA25-4DD6-343A9BE46D4C}"/>
              </a:ext>
            </a:extLst>
          </p:cNvPr>
          <p:cNvSpPr/>
          <p:nvPr userDrawn="1"/>
        </p:nvSpPr>
        <p:spPr>
          <a:xfrm>
            <a:off x="419100" y="1855232"/>
            <a:ext cx="2643169" cy="4355068"/>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9" name="Rectangle: Rounded Corners 18">
            <a:extLst>
              <a:ext uri="{FF2B5EF4-FFF2-40B4-BE49-F238E27FC236}">
                <a16:creationId xmlns:a16="http://schemas.microsoft.com/office/drawing/2014/main" id="{EF601CF2-F80A-EE5B-E6A3-CAF78A072F71}"/>
              </a:ext>
            </a:extLst>
          </p:cNvPr>
          <p:cNvSpPr/>
          <p:nvPr userDrawn="1"/>
        </p:nvSpPr>
        <p:spPr>
          <a:xfrm>
            <a:off x="419100" y="1371724"/>
            <a:ext cx="2643169" cy="847725"/>
          </a:xfrm>
          <a:prstGeom prst="roundRect">
            <a:avLst>
              <a:gd name="adj" fmla="val 6482"/>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Title 1">
            <a:extLst>
              <a:ext uri="{FF2B5EF4-FFF2-40B4-BE49-F238E27FC236}">
                <a16:creationId xmlns:a16="http://schemas.microsoft.com/office/drawing/2014/main" id="{CFA83F10-A6A5-9DB6-82A4-7C60B2C27AD8}"/>
              </a:ext>
            </a:extLst>
          </p:cNvPr>
          <p:cNvSpPr>
            <a:spLocks noGrp="1"/>
          </p:cNvSpPr>
          <p:nvPr>
            <p:ph type="title"/>
          </p:nvPr>
        </p:nvSpPr>
        <p:spPr>
          <a:xfrm>
            <a:off x="419100" y="342901"/>
            <a:ext cx="11430000" cy="647176"/>
          </a:xfrm>
        </p:spPr>
        <p:txBody>
          <a:bodyPr/>
          <a:lstStyle/>
          <a:p>
            <a:r>
              <a:rPr lang="en-US" dirty="0"/>
              <a:t>Click to edit Master title style</a:t>
            </a:r>
          </a:p>
        </p:txBody>
      </p:sp>
      <p:sp>
        <p:nvSpPr>
          <p:cNvPr id="11" name="Slide Number Placeholder 4">
            <a:extLst>
              <a:ext uri="{FF2B5EF4-FFF2-40B4-BE49-F238E27FC236}">
                <a16:creationId xmlns:a16="http://schemas.microsoft.com/office/drawing/2014/main" id="{8FA73487-41B8-C6B8-C7F8-B0CD65AFF5AF}"/>
              </a:ext>
            </a:extLst>
          </p:cNvPr>
          <p:cNvSpPr>
            <a:spLocks noGrp="1"/>
          </p:cNvSpPr>
          <p:nvPr>
            <p:ph type="sldNum" sz="quarter" idx="12"/>
          </p:nvPr>
        </p:nvSpPr>
        <p:spPr>
          <a:xfrm>
            <a:off x="9105901" y="6348151"/>
            <a:ext cx="2743200" cy="365125"/>
          </a:xfrm>
        </p:spPr>
        <p:txBody>
          <a:bodyPr/>
          <a:lstStyle/>
          <a:p>
            <a:fld id="{DC503246-BBCE-4F0A-BCDC-08FC4C52637D}" type="slidenum">
              <a:rPr lang="en-US" smtClean="0"/>
              <a:pPr/>
              <a:t>‹#›</a:t>
            </a:fld>
            <a:endParaRPr lang="en-US"/>
          </a:p>
        </p:txBody>
      </p:sp>
      <p:sp>
        <p:nvSpPr>
          <p:cNvPr id="12" name="Rectangle: Rounded Corners 14">
            <a:extLst>
              <a:ext uri="{FF2B5EF4-FFF2-40B4-BE49-F238E27FC236}">
                <a16:creationId xmlns:a16="http://schemas.microsoft.com/office/drawing/2014/main" id="{473E4F63-F81C-B5C1-3063-49AD8B9CC2E2}"/>
              </a:ext>
            </a:extLst>
          </p:cNvPr>
          <p:cNvSpPr/>
          <p:nvPr userDrawn="1"/>
        </p:nvSpPr>
        <p:spPr>
          <a:xfrm>
            <a:off x="3361168" y="1855232"/>
            <a:ext cx="2643169" cy="4355068"/>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3" name="Rectangle: Rounded Corners 18">
            <a:extLst>
              <a:ext uri="{FF2B5EF4-FFF2-40B4-BE49-F238E27FC236}">
                <a16:creationId xmlns:a16="http://schemas.microsoft.com/office/drawing/2014/main" id="{86ABEDA0-DCB0-C2DD-8E53-E231788C1A50}"/>
              </a:ext>
            </a:extLst>
          </p:cNvPr>
          <p:cNvSpPr/>
          <p:nvPr userDrawn="1"/>
        </p:nvSpPr>
        <p:spPr>
          <a:xfrm>
            <a:off x="3361168" y="1371724"/>
            <a:ext cx="2643169" cy="847725"/>
          </a:xfrm>
          <a:prstGeom prst="roundRect">
            <a:avLst>
              <a:gd name="adj" fmla="val 6482"/>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6" name="Rectangle: Rounded Corners 14">
            <a:extLst>
              <a:ext uri="{FF2B5EF4-FFF2-40B4-BE49-F238E27FC236}">
                <a16:creationId xmlns:a16="http://schemas.microsoft.com/office/drawing/2014/main" id="{DB231BB9-ABB2-B472-D7F1-C14E9DCBB408}"/>
              </a:ext>
            </a:extLst>
          </p:cNvPr>
          <p:cNvSpPr/>
          <p:nvPr userDrawn="1"/>
        </p:nvSpPr>
        <p:spPr>
          <a:xfrm>
            <a:off x="6263863" y="1855232"/>
            <a:ext cx="2643169" cy="4355068"/>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7" name="Rectangle: Rounded Corners 18">
            <a:extLst>
              <a:ext uri="{FF2B5EF4-FFF2-40B4-BE49-F238E27FC236}">
                <a16:creationId xmlns:a16="http://schemas.microsoft.com/office/drawing/2014/main" id="{E0E49E9A-AF4A-1D5C-6543-1BC704B3D090}"/>
              </a:ext>
            </a:extLst>
          </p:cNvPr>
          <p:cNvSpPr/>
          <p:nvPr userDrawn="1"/>
        </p:nvSpPr>
        <p:spPr>
          <a:xfrm>
            <a:off x="6263863" y="1371724"/>
            <a:ext cx="2643169" cy="847725"/>
          </a:xfrm>
          <a:prstGeom prst="roundRect">
            <a:avLst>
              <a:gd name="adj" fmla="val 6482"/>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8" name="Rectangle: Rounded Corners 14">
            <a:extLst>
              <a:ext uri="{FF2B5EF4-FFF2-40B4-BE49-F238E27FC236}">
                <a16:creationId xmlns:a16="http://schemas.microsoft.com/office/drawing/2014/main" id="{F0F2686D-7DFC-A073-EED2-05B28513D614}"/>
              </a:ext>
            </a:extLst>
          </p:cNvPr>
          <p:cNvSpPr/>
          <p:nvPr userDrawn="1"/>
        </p:nvSpPr>
        <p:spPr>
          <a:xfrm>
            <a:off x="9205931" y="1855232"/>
            <a:ext cx="2643169" cy="4355068"/>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0" name="Rectangle: Rounded Corners 18">
            <a:extLst>
              <a:ext uri="{FF2B5EF4-FFF2-40B4-BE49-F238E27FC236}">
                <a16:creationId xmlns:a16="http://schemas.microsoft.com/office/drawing/2014/main" id="{BC0690B1-1CC5-531E-A721-AFB7699018E1}"/>
              </a:ext>
            </a:extLst>
          </p:cNvPr>
          <p:cNvSpPr/>
          <p:nvPr userDrawn="1"/>
        </p:nvSpPr>
        <p:spPr>
          <a:xfrm>
            <a:off x="9205931" y="1371724"/>
            <a:ext cx="2643169" cy="847725"/>
          </a:xfrm>
          <a:prstGeom prst="roundRect">
            <a:avLst>
              <a:gd name="adj" fmla="val 6482"/>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1" name="Text Placeholder 2">
            <a:extLst>
              <a:ext uri="{FF2B5EF4-FFF2-40B4-BE49-F238E27FC236}">
                <a16:creationId xmlns:a16="http://schemas.microsoft.com/office/drawing/2014/main" id="{47811173-A0D9-E93E-824D-F83CEBFCAFF3}"/>
              </a:ext>
            </a:extLst>
          </p:cNvPr>
          <p:cNvSpPr>
            <a:spLocks noGrp="1"/>
          </p:cNvSpPr>
          <p:nvPr>
            <p:ph type="body" idx="21" hasCustomPrompt="1"/>
          </p:nvPr>
        </p:nvSpPr>
        <p:spPr>
          <a:xfrm>
            <a:off x="601980" y="1600200"/>
            <a:ext cx="2300393" cy="400110"/>
          </a:xfrm>
        </p:spPr>
        <p:txBody>
          <a:bodyPr anchor="t"/>
          <a:lstStyle>
            <a:lvl1pPr marL="0" indent="0">
              <a:lnSpc>
                <a:spcPct val="100000"/>
              </a:lnSpc>
              <a:spcAft>
                <a:spcPts val="0"/>
              </a:spcAft>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2" name="Text Placeholder 2">
            <a:extLst>
              <a:ext uri="{FF2B5EF4-FFF2-40B4-BE49-F238E27FC236}">
                <a16:creationId xmlns:a16="http://schemas.microsoft.com/office/drawing/2014/main" id="{5E7813BD-EC3E-6193-E5CE-E780CC85332E}"/>
              </a:ext>
            </a:extLst>
          </p:cNvPr>
          <p:cNvSpPr>
            <a:spLocks noGrp="1"/>
          </p:cNvSpPr>
          <p:nvPr>
            <p:ph type="body" idx="13" hasCustomPrompt="1"/>
          </p:nvPr>
        </p:nvSpPr>
        <p:spPr>
          <a:xfrm>
            <a:off x="3521287" y="1600200"/>
            <a:ext cx="2300393" cy="400110"/>
          </a:xfrm>
        </p:spPr>
        <p:txBody>
          <a:bodyPr anchor="t"/>
          <a:lstStyle>
            <a:lvl1pPr marL="0" indent="0">
              <a:lnSpc>
                <a:spcPct val="100000"/>
              </a:lnSpc>
              <a:spcAft>
                <a:spcPts val="0"/>
              </a:spcAft>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4" name="Text Placeholder 2">
            <a:extLst>
              <a:ext uri="{FF2B5EF4-FFF2-40B4-BE49-F238E27FC236}">
                <a16:creationId xmlns:a16="http://schemas.microsoft.com/office/drawing/2014/main" id="{16C5253B-1AA6-2E23-59D6-41D8395FDD1D}"/>
              </a:ext>
            </a:extLst>
          </p:cNvPr>
          <p:cNvSpPr>
            <a:spLocks noGrp="1"/>
          </p:cNvSpPr>
          <p:nvPr>
            <p:ph type="body" idx="15" hasCustomPrompt="1"/>
          </p:nvPr>
        </p:nvSpPr>
        <p:spPr>
          <a:xfrm>
            <a:off x="6446520" y="1600200"/>
            <a:ext cx="2300393" cy="400110"/>
          </a:xfrm>
        </p:spPr>
        <p:txBody>
          <a:bodyPr anchor="t"/>
          <a:lstStyle>
            <a:lvl1pPr marL="0" indent="0">
              <a:lnSpc>
                <a:spcPct val="100000"/>
              </a:lnSpc>
              <a:spcAft>
                <a:spcPts val="0"/>
              </a:spcAft>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5" name="Text Placeholder 2">
            <a:extLst>
              <a:ext uri="{FF2B5EF4-FFF2-40B4-BE49-F238E27FC236}">
                <a16:creationId xmlns:a16="http://schemas.microsoft.com/office/drawing/2014/main" id="{1F6C5C3C-80BF-4ACA-1910-1BBF445892BF}"/>
              </a:ext>
            </a:extLst>
          </p:cNvPr>
          <p:cNvSpPr>
            <a:spLocks noGrp="1"/>
          </p:cNvSpPr>
          <p:nvPr>
            <p:ph type="body" idx="17" hasCustomPrompt="1"/>
          </p:nvPr>
        </p:nvSpPr>
        <p:spPr>
          <a:xfrm>
            <a:off x="9371754" y="1600200"/>
            <a:ext cx="2300393" cy="400110"/>
          </a:xfrm>
        </p:spPr>
        <p:txBody>
          <a:bodyPr anchor="t"/>
          <a:lstStyle>
            <a:lvl1pPr marL="0" indent="0">
              <a:lnSpc>
                <a:spcPct val="100000"/>
              </a:lnSpc>
              <a:spcAft>
                <a:spcPts val="0"/>
              </a:spcAft>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6" name="Content Placeholder 3">
            <a:extLst>
              <a:ext uri="{FF2B5EF4-FFF2-40B4-BE49-F238E27FC236}">
                <a16:creationId xmlns:a16="http://schemas.microsoft.com/office/drawing/2014/main" id="{6630B420-54F2-5242-8DD8-AD9DD40FA3DA}"/>
              </a:ext>
            </a:extLst>
          </p:cNvPr>
          <p:cNvSpPr>
            <a:spLocks noGrp="1"/>
          </p:cNvSpPr>
          <p:nvPr>
            <p:ph sz="half" idx="22" hasCustomPrompt="1"/>
          </p:nvPr>
        </p:nvSpPr>
        <p:spPr>
          <a:xfrm>
            <a:off x="601980" y="2467897"/>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7" name="Content Placeholder 3">
            <a:extLst>
              <a:ext uri="{FF2B5EF4-FFF2-40B4-BE49-F238E27FC236}">
                <a16:creationId xmlns:a16="http://schemas.microsoft.com/office/drawing/2014/main" id="{29DE2E8A-1BED-B270-3DE1-7757EEADC831}"/>
              </a:ext>
            </a:extLst>
          </p:cNvPr>
          <p:cNvSpPr>
            <a:spLocks noGrp="1"/>
          </p:cNvSpPr>
          <p:nvPr>
            <p:ph sz="half" idx="14" hasCustomPrompt="1"/>
          </p:nvPr>
        </p:nvSpPr>
        <p:spPr>
          <a:xfrm>
            <a:off x="3521287" y="2467897"/>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8" name="Content Placeholder 3">
            <a:extLst>
              <a:ext uri="{FF2B5EF4-FFF2-40B4-BE49-F238E27FC236}">
                <a16:creationId xmlns:a16="http://schemas.microsoft.com/office/drawing/2014/main" id="{2D5619EE-3385-9C76-678D-E195626039D6}"/>
              </a:ext>
            </a:extLst>
          </p:cNvPr>
          <p:cNvSpPr>
            <a:spLocks noGrp="1"/>
          </p:cNvSpPr>
          <p:nvPr>
            <p:ph sz="half" idx="16" hasCustomPrompt="1"/>
          </p:nvPr>
        </p:nvSpPr>
        <p:spPr>
          <a:xfrm>
            <a:off x="6446520" y="2467897"/>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9" name="Content Placeholder 3">
            <a:extLst>
              <a:ext uri="{FF2B5EF4-FFF2-40B4-BE49-F238E27FC236}">
                <a16:creationId xmlns:a16="http://schemas.microsoft.com/office/drawing/2014/main" id="{1616D48D-C0D0-69A0-3140-09689F6698BA}"/>
              </a:ext>
            </a:extLst>
          </p:cNvPr>
          <p:cNvSpPr>
            <a:spLocks noGrp="1"/>
          </p:cNvSpPr>
          <p:nvPr>
            <p:ph sz="half" idx="18" hasCustomPrompt="1"/>
          </p:nvPr>
        </p:nvSpPr>
        <p:spPr>
          <a:xfrm>
            <a:off x="9371754" y="2467897"/>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2857690221"/>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column w circle pictures">
    <p:bg>
      <p:bgPr>
        <a:solidFill>
          <a:schemeClr val="bg1"/>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DFB76CAA-3D89-ABF8-57CF-7B6E9C42494A}"/>
              </a:ext>
            </a:extLst>
          </p:cNvPr>
          <p:cNvSpPr/>
          <p:nvPr userDrawn="1"/>
        </p:nvSpPr>
        <p:spPr>
          <a:xfrm>
            <a:off x="419100"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7D82D21-4424-D010-291D-A10D735644B4}"/>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41244"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41244"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4" name="Rectangle: Rounded Corners 24">
            <a:extLst>
              <a:ext uri="{FF2B5EF4-FFF2-40B4-BE49-F238E27FC236}">
                <a16:creationId xmlns:a16="http://schemas.microsoft.com/office/drawing/2014/main" id="{19F444B6-6CD6-C89C-4E82-9FB04446FE2A}"/>
              </a:ext>
            </a:extLst>
          </p:cNvPr>
          <p:cNvSpPr/>
          <p:nvPr userDrawn="1"/>
        </p:nvSpPr>
        <p:spPr>
          <a:xfrm>
            <a:off x="9105901"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5" name="Text Placeholder 2">
            <a:extLst>
              <a:ext uri="{FF2B5EF4-FFF2-40B4-BE49-F238E27FC236}">
                <a16:creationId xmlns:a16="http://schemas.microsoft.com/office/drawing/2014/main" id="{AD1D5D2D-E4DB-925B-41D5-4B7F6BB4D843}"/>
              </a:ext>
            </a:extLst>
          </p:cNvPr>
          <p:cNvSpPr>
            <a:spLocks noGrp="1"/>
          </p:cNvSpPr>
          <p:nvPr>
            <p:ph type="body" idx="18" hasCustomPrompt="1"/>
          </p:nvPr>
        </p:nvSpPr>
        <p:spPr>
          <a:xfrm>
            <a:off x="9228045"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6" name="Content Placeholder 3">
            <a:extLst>
              <a:ext uri="{FF2B5EF4-FFF2-40B4-BE49-F238E27FC236}">
                <a16:creationId xmlns:a16="http://schemas.microsoft.com/office/drawing/2014/main" id="{D7169697-B47B-6FBD-A28E-24F4EC79745B}"/>
              </a:ext>
            </a:extLst>
          </p:cNvPr>
          <p:cNvSpPr>
            <a:spLocks noGrp="1"/>
          </p:cNvSpPr>
          <p:nvPr>
            <p:ph sz="half" idx="19" hasCustomPrompt="1"/>
          </p:nvPr>
        </p:nvSpPr>
        <p:spPr>
          <a:xfrm>
            <a:off x="9228045"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8" name="Rectangle: Rounded Corners 24">
            <a:extLst>
              <a:ext uri="{FF2B5EF4-FFF2-40B4-BE49-F238E27FC236}">
                <a16:creationId xmlns:a16="http://schemas.microsoft.com/office/drawing/2014/main" id="{CC78F6CD-DF44-3BDE-EEC0-0680C981E94B}"/>
              </a:ext>
            </a:extLst>
          </p:cNvPr>
          <p:cNvSpPr/>
          <p:nvPr userDrawn="1"/>
        </p:nvSpPr>
        <p:spPr>
          <a:xfrm>
            <a:off x="3318622"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9" name="Text Placeholder 2">
            <a:extLst>
              <a:ext uri="{FF2B5EF4-FFF2-40B4-BE49-F238E27FC236}">
                <a16:creationId xmlns:a16="http://schemas.microsoft.com/office/drawing/2014/main" id="{C443F3C4-5019-2196-B304-29FD5CD37334}"/>
              </a:ext>
            </a:extLst>
          </p:cNvPr>
          <p:cNvSpPr>
            <a:spLocks noGrp="1"/>
          </p:cNvSpPr>
          <p:nvPr>
            <p:ph type="body" idx="21" hasCustomPrompt="1"/>
          </p:nvPr>
        </p:nvSpPr>
        <p:spPr>
          <a:xfrm>
            <a:off x="3440766"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4" name="Content Placeholder 3">
            <a:extLst>
              <a:ext uri="{FF2B5EF4-FFF2-40B4-BE49-F238E27FC236}">
                <a16:creationId xmlns:a16="http://schemas.microsoft.com/office/drawing/2014/main" id="{3618E3E1-A19B-D1C4-3671-0FEF46CC521E}"/>
              </a:ext>
            </a:extLst>
          </p:cNvPr>
          <p:cNvSpPr>
            <a:spLocks noGrp="1"/>
          </p:cNvSpPr>
          <p:nvPr>
            <p:ph sz="half" idx="22" hasCustomPrompt="1"/>
          </p:nvPr>
        </p:nvSpPr>
        <p:spPr>
          <a:xfrm>
            <a:off x="3440766"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Rectangle: Rounded Corners 24">
            <a:extLst>
              <a:ext uri="{FF2B5EF4-FFF2-40B4-BE49-F238E27FC236}">
                <a16:creationId xmlns:a16="http://schemas.microsoft.com/office/drawing/2014/main" id="{E4457818-9CE9-D759-7421-54D0BDA29DD3}"/>
              </a:ext>
            </a:extLst>
          </p:cNvPr>
          <p:cNvSpPr/>
          <p:nvPr userDrawn="1"/>
        </p:nvSpPr>
        <p:spPr>
          <a:xfrm>
            <a:off x="6205444"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Text Placeholder 2">
            <a:extLst>
              <a:ext uri="{FF2B5EF4-FFF2-40B4-BE49-F238E27FC236}">
                <a16:creationId xmlns:a16="http://schemas.microsoft.com/office/drawing/2014/main" id="{DFFCA4D1-963F-089F-8EE7-7A03ADA1AD07}"/>
              </a:ext>
            </a:extLst>
          </p:cNvPr>
          <p:cNvSpPr>
            <a:spLocks noGrp="1"/>
          </p:cNvSpPr>
          <p:nvPr>
            <p:ph type="body" idx="24" hasCustomPrompt="1"/>
          </p:nvPr>
        </p:nvSpPr>
        <p:spPr>
          <a:xfrm>
            <a:off x="6327588"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2" name="Content Placeholder 3">
            <a:extLst>
              <a:ext uri="{FF2B5EF4-FFF2-40B4-BE49-F238E27FC236}">
                <a16:creationId xmlns:a16="http://schemas.microsoft.com/office/drawing/2014/main" id="{A89CB49B-6C6A-E53F-2301-B5149145828C}"/>
              </a:ext>
            </a:extLst>
          </p:cNvPr>
          <p:cNvSpPr>
            <a:spLocks noGrp="1"/>
          </p:cNvSpPr>
          <p:nvPr>
            <p:ph sz="half" idx="25" hasCustomPrompt="1"/>
          </p:nvPr>
        </p:nvSpPr>
        <p:spPr>
          <a:xfrm>
            <a:off x="6327588"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Picture Placeholder 12">
            <a:extLst>
              <a:ext uri="{FF2B5EF4-FFF2-40B4-BE49-F238E27FC236}">
                <a16:creationId xmlns:a16="http://schemas.microsoft.com/office/drawing/2014/main" id="{B2E8B191-B556-8C76-26F8-D0240238D314}"/>
              </a:ext>
            </a:extLst>
          </p:cNvPr>
          <p:cNvSpPr>
            <a:spLocks noGrp="1"/>
          </p:cNvSpPr>
          <p:nvPr>
            <p:ph type="pic" sz="quarter" idx="15" hasCustomPrompt="1"/>
          </p:nvPr>
        </p:nvSpPr>
        <p:spPr>
          <a:xfrm>
            <a:off x="877456"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9" name="Picture Placeholder 12">
            <a:extLst>
              <a:ext uri="{FF2B5EF4-FFF2-40B4-BE49-F238E27FC236}">
                <a16:creationId xmlns:a16="http://schemas.microsoft.com/office/drawing/2014/main" id="{6F8B59B9-F0AE-AA2C-52E1-A725A2CDB6E2}"/>
              </a:ext>
            </a:extLst>
          </p:cNvPr>
          <p:cNvSpPr>
            <a:spLocks noGrp="1"/>
          </p:cNvSpPr>
          <p:nvPr>
            <p:ph type="pic" sz="quarter" idx="26" hasCustomPrompt="1"/>
          </p:nvPr>
        </p:nvSpPr>
        <p:spPr>
          <a:xfrm>
            <a:off x="3776978"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10" name="Picture Placeholder 12">
            <a:extLst>
              <a:ext uri="{FF2B5EF4-FFF2-40B4-BE49-F238E27FC236}">
                <a16:creationId xmlns:a16="http://schemas.microsoft.com/office/drawing/2014/main" id="{77ADBE82-6854-A647-3FC6-792F112BCF0E}"/>
              </a:ext>
            </a:extLst>
          </p:cNvPr>
          <p:cNvSpPr>
            <a:spLocks noGrp="1"/>
          </p:cNvSpPr>
          <p:nvPr>
            <p:ph type="pic" sz="quarter" idx="27" hasCustomPrompt="1"/>
          </p:nvPr>
        </p:nvSpPr>
        <p:spPr>
          <a:xfrm>
            <a:off x="6663800"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11" name="Picture Placeholder 12">
            <a:extLst>
              <a:ext uri="{FF2B5EF4-FFF2-40B4-BE49-F238E27FC236}">
                <a16:creationId xmlns:a16="http://schemas.microsoft.com/office/drawing/2014/main" id="{7E9D9400-4361-4D96-03C1-61BC77089885}"/>
              </a:ext>
            </a:extLst>
          </p:cNvPr>
          <p:cNvSpPr>
            <a:spLocks noGrp="1"/>
          </p:cNvSpPr>
          <p:nvPr>
            <p:ph type="pic" sz="quarter" idx="28" hasCustomPrompt="1"/>
          </p:nvPr>
        </p:nvSpPr>
        <p:spPr>
          <a:xfrm>
            <a:off x="9564257" y="1371600"/>
            <a:ext cx="1826488" cy="1826488"/>
          </a:xfrm>
          <a:prstGeom prst="ellipse">
            <a:avLst/>
          </a:prstGeom>
        </p:spPr>
        <p:txBody>
          <a:bodyPr>
            <a:noAutofit/>
          </a:bodyPr>
          <a:lstStyle>
            <a:lvl1pPr marL="0" indent="0">
              <a:buNone/>
              <a:defRPr sz="1400"/>
            </a:lvl1pPr>
          </a:lstStyle>
          <a:p>
            <a:r>
              <a:rPr lang="en-US" dirty="0"/>
              <a:t>Click icon to add image</a:t>
            </a:r>
          </a:p>
        </p:txBody>
      </p:sp>
    </p:spTree>
    <p:extLst>
      <p:ext uri="{BB962C8B-B14F-4D97-AF65-F5344CB8AC3E}">
        <p14:creationId xmlns:p14="http://schemas.microsoft.com/office/powerpoint/2010/main" val="34103565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rectangular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C956-3E02-F312-E193-87E518E75B4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7D82D21-4424-D010-291D-A10D735644B4}"/>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41910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41910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D0D0FC32-9F03-894B-68E2-7CF5CF353C28}"/>
              </a:ext>
            </a:extLst>
          </p:cNvPr>
          <p:cNvSpPr>
            <a:spLocks noGrp="1"/>
          </p:cNvSpPr>
          <p:nvPr>
            <p:ph type="body" sz="quarter" idx="3" hasCustomPrompt="1"/>
          </p:nvPr>
        </p:nvSpPr>
        <p:spPr>
          <a:xfrm>
            <a:off x="337566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E4526E34-C7D8-D509-A201-9E997DE2D906}"/>
              </a:ext>
            </a:extLst>
          </p:cNvPr>
          <p:cNvSpPr>
            <a:spLocks noGrp="1"/>
          </p:cNvSpPr>
          <p:nvPr>
            <p:ph sz="quarter" idx="4" hasCustomPrompt="1"/>
          </p:nvPr>
        </p:nvSpPr>
        <p:spPr>
          <a:xfrm>
            <a:off x="337566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727260A6-1D2B-1B04-0EF4-AB8C63D83409}"/>
              </a:ext>
            </a:extLst>
          </p:cNvPr>
          <p:cNvSpPr>
            <a:spLocks noGrp="1"/>
          </p:cNvSpPr>
          <p:nvPr>
            <p:ph type="body" sz="quarter" idx="13" hasCustomPrompt="1"/>
          </p:nvPr>
        </p:nvSpPr>
        <p:spPr>
          <a:xfrm>
            <a:off x="633222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ABA15F6B-C3A4-9F6E-51D4-6670B9E8047A}"/>
              </a:ext>
            </a:extLst>
          </p:cNvPr>
          <p:cNvSpPr>
            <a:spLocks noGrp="1"/>
          </p:cNvSpPr>
          <p:nvPr>
            <p:ph sz="quarter" idx="14" hasCustomPrompt="1"/>
          </p:nvPr>
        </p:nvSpPr>
        <p:spPr>
          <a:xfrm>
            <a:off x="633222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40DE6576-FA6B-D29B-D71B-0E6A37656387}"/>
              </a:ext>
            </a:extLst>
          </p:cNvPr>
          <p:cNvSpPr>
            <a:spLocks noGrp="1"/>
          </p:cNvSpPr>
          <p:nvPr>
            <p:ph type="body" sz="quarter" idx="15" hasCustomPrompt="1"/>
          </p:nvPr>
        </p:nvSpPr>
        <p:spPr>
          <a:xfrm>
            <a:off x="928878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3" name="Content Placeholder 5">
            <a:extLst>
              <a:ext uri="{FF2B5EF4-FFF2-40B4-BE49-F238E27FC236}">
                <a16:creationId xmlns:a16="http://schemas.microsoft.com/office/drawing/2014/main" id="{E1C17393-3DDF-97D6-975E-2D841FD65DD6}"/>
              </a:ext>
            </a:extLst>
          </p:cNvPr>
          <p:cNvSpPr>
            <a:spLocks noGrp="1"/>
          </p:cNvSpPr>
          <p:nvPr>
            <p:ph sz="quarter" idx="16" hasCustomPrompt="1"/>
          </p:nvPr>
        </p:nvSpPr>
        <p:spPr>
          <a:xfrm>
            <a:off x="928878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4" name="Picture Placeholder 19">
            <a:extLst>
              <a:ext uri="{FF2B5EF4-FFF2-40B4-BE49-F238E27FC236}">
                <a16:creationId xmlns:a16="http://schemas.microsoft.com/office/drawing/2014/main" id="{731A5005-0DB1-2A1C-F866-F29978F637DC}"/>
              </a:ext>
            </a:extLst>
          </p:cNvPr>
          <p:cNvSpPr>
            <a:spLocks noGrp="1"/>
          </p:cNvSpPr>
          <p:nvPr>
            <p:ph type="pic" sz="quarter" idx="17" hasCustomPrompt="1"/>
          </p:nvPr>
        </p:nvSpPr>
        <p:spPr>
          <a:xfrm>
            <a:off x="41910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5" name="Picture Placeholder 19">
            <a:extLst>
              <a:ext uri="{FF2B5EF4-FFF2-40B4-BE49-F238E27FC236}">
                <a16:creationId xmlns:a16="http://schemas.microsoft.com/office/drawing/2014/main" id="{A13C9686-CD96-65CC-2668-E24BF4AB9CC2}"/>
              </a:ext>
            </a:extLst>
          </p:cNvPr>
          <p:cNvSpPr>
            <a:spLocks noGrp="1"/>
          </p:cNvSpPr>
          <p:nvPr>
            <p:ph type="pic" sz="quarter" idx="18" hasCustomPrompt="1"/>
          </p:nvPr>
        </p:nvSpPr>
        <p:spPr>
          <a:xfrm>
            <a:off x="337566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6" name="Picture Placeholder 19">
            <a:extLst>
              <a:ext uri="{FF2B5EF4-FFF2-40B4-BE49-F238E27FC236}">
                <a16:creationId xmlns:a16="http://schemas.microsoft.com/office/drawing/2014/main" id="{71FDDBDC-1DD5-3C49-10B7-23BCE22AABD9}"/>
              </a:ext>
            </a:extLst>
          </p:cNvPr>
          <p:cNvSpPr>
            <a:spLocks noGrp="1"/>
          </p:cNvSpPr>
          <p:nvPr>
            <p:ph type="pic" sz="quarter" idx="19" hasCustomPrompt="1"/>
          </p:nvPr>
        </p:nvSpPr>
        <p:spPr>
          <a:xfrm>
            <a:off x="633222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7" name="Picture Placeholder 19">
            <a:extLst>
              <a:ext uri="{FF2B5EF4-FFF2-40B4-BE49-F238E27FC236}">
                <a16:creationId xmlns:a16="http://schemas.microsoft.com/office/drawing/2014/main" id="{A3349B17-AA97-9018-7F50-07C82A4CBA32}"/>
              </a:ext>
            </a:extLst>
          </p:cNvPr>
          <p:cNvSpPr>
            <a:spLocks noGrp="1"/>
          </p:cNvSpPr>
          <p:nvPr>
            <p:ph type="pic" sz="quarter" idx="20" hasCustomPrompt="1"/>
          </p:nvPr>
        </p:nvSpPr>
        <p:spPr>
          <a:xfrm>
            <a:off x="928878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32656847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ur blocks">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7D82D21-4424-D010-291D-A10D735644B4}"/>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16" name="Title 1">
            <a:extLst>
              <a:ext uri="{FF2B5EF4-FFF2-40B4-BE49-F238E27FC236}">
                <a16:creationId xmlns:a16="http://schemas.microsoft.com/office/drawing/2014/main" id="{30C8F3CA-E2BE-1C64-14B5-F889B194D036}"/>
              </a:ext>
            </a:extLst>
          </p:cNvPr>
          <p:cNvSpPr>
            <a:spLocks noGrp="1"/>
          </p:cNvSpPr>
          <p:nvPr>
            <p:ph type="title"/>
          </p:nvPr>
        </p:nvSpPr>
        <p:spPr>
          <a:xfrm>
            <a:off x="419100" y="366891"/>
            <a:ext cx="11430001" cy="638175"/>
          </a:xfrm>
        </p:spPr>
        <p:txBody>
          <a:bodyPr/>
          <a:lstStyle/>
          <a:p>
            <a:r>
              <a:rPr lang="en-US"/>
              <a:t>Click to edit Master title style</a:t>
            </a:r>
          </a:p>
        </p:txBody>
      </p:sp>
      <p:sp>
        <p:nvSpPr>
          <p:cNvPr id="2" name="Rectangle: Rounded Corners 14">
            <a:extLst>
              <a:ext uri="{FF2B5EF4-FFF2-40B4-BE49-F238E27FC236}">
                <a16:creationId xmlns:a16="http://schemas.microsoft.com/office/drawing/2014/main" id="{2631E0E3-66B9-656E-9237-366B85405449}"/>
              </a:ext>
            </a:extLst>
          </p:cNvPr>
          <p:cNvSpPr/>
          <p:nvPr userDrawn="1"/>
        </p:nvSpPr>
        <p:spPr>
          <a:xfrm>
            <a:off x="419100" y="1371600"/>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7" name="Content Placeholder 3">
            <a:extLst>
              <a:ext uri="{FF2B5EF4-FFF2-40B4-BE49-F238E27FC236}">
                <a16:creationId xmlns:a16="http://schemas.microsoft.com/office/drawing/2014/main" id="{DB28F420-F872-DF05-77F2-829896EC5830}"/>
              </a:ext>
            </a:extLst>
          </p:cNvPr>
          <p:cNvSpPr>
            <a:spLocks noGrp="1"/>
          </p:cNvSpPr>
          <p:nvPr>
            <p:ph sz="half" idx="2" hasCustomPrompt="1"/>
          </p:nvPr>
        </p:nvSpPr>
        <p:spPr>
          <a:xfrm>
            <a:off x="3062415" y="1954025"/>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8" name="Picture Placeholder 19">
            <a:extLst>
              <a:ext uri="{FF2B5EF4-FFF2-40B4-BE49-F238E27FC236}">
                <a16:creationId xmlns:a16="http://schemas.microsoft.com/office/drawing/2014/main" id="{3DD2BA4C-DA8E-A3EC-22C5-EC20E62D086B}"/>
              </a:ext>
            </a:extLst>
          </p:cNvPr>
          <p:cNvSpPr>
            <a:spLocks noGrp="1"/>
          </p:cNvSpPr>
          <p:nvPr>
            <p:ph type="pic" sz="quarter" idx="17" hasCustomPrompt="1"/>
          </p:nvPr>
        </p:nvSpPr>
        <p:spPr>
          <a:xfrm>
            <a:off x="419100" y="1371600"/>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1" name="Rectangle: Rounded Corners 14">
            <a:extLst>
              <a:ext uri="{FF2B5EF4-FFF2-40B4-BE49-F238E27FC236}">
                <a16:creationId xmlns:a16="http://schemas.microsoft.com/office/drawing/2014/main" id="{9B81CC61-A4B5-04FC-4164-D3C7CB42B9C1}"/>
              </a:ext>
            </a:extLst>
          </p:cNvPr>
          <p:cNvSpPr/>
          <p:nvPr userDrawn="1"/>
        </p:nvSpPr>
        <p:spPr>
          <a:xfrm>
            <a:off x="6385560" y="1371600"/>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2" name="Content Placeholder 3">
            <a:extLst>
              <a:ext uri="{FF2B5EF4-FFF2-40B4-BE49-F238E27FC236}">
                <a16:creationId xmlns:a16="http://schemas.microsoft.com/office/drawing/2014/main" id="{44BF3E90-5C33-71AB-5C99-7C1D76D7FABA}"/>
              </a:ext>
            </a:extLst>
          </p:cNvPr>
          <p:cNvSpPr>
            <a:spLocks noGrp="1"/>
          </p:cNvSpPr>
          <p:nvPr>
            <p:ph sz="half" idx="18" hasCustomPrompt="1"/>
          </p:nvPr>
        </p:nvSpPr>
        <p:spPr>
          <a:xfrm>
            <a:off x="9028875" y="1954025"/>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3" name="Picture Placeholder 19">
            <a:extLst>
              <a:ext uri="{FF2B5EF4-FFF2-40B4-BE49-F238E27FC236}">
                <a16:creationId xmlns:a16="http://schemas.microsoft.com/office/drawing/2014/main" id="{0546A675-E1C1-95C8-49A2-6D1028A3C1AB}"/>
              </a:ext>
            </a:extLst>
          </p:cNvPr>
          <p:cNvSpPr>
            <a:spLocks noGrp="1"/>
          </p:cNvSpPr>
          <p:nvPr>
            <p:ph type="pic" sz="quarter" idx="19" hasCustomPrompt="1"/>
          </p:nvPr>
        </p:nvSpPr>
        <p:spPr>
          <a:xfrm>
            <a:off x="6385560" y="1371600"/>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4" name="Rectangle: Rounded Corners 14">
            <a:extLst>
              <a:ext uri="{FF2B5EF4-FFF2-40B4-BE49-F238E27FC236}">
                <a16:creationId xmlns:a16="http://schemas.microsoft.com/office/drawing/2014/main" id="{71EBE055-2A0A-B5BA-FA53-28C981F6D136}"/>
              </a:ext>
            </a:extLst>
          </p:cNvPr>
          <p:cNvSpPr/>
          <p:nvPr userDrawn="1"/>
        </p:nvSpPr>
        <p:spPr>
          <a:xfrm>
            <a:off x="419100" y="3849328"/>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5" name="Content Placeholder 3">
            <a:extLst>
              <a:ext uri="{FF2B5EF4-FFF2-40B4-BE49-F238E27FC236}">
                <a16:creationId xmlns:a16="http://schemas.microsoft.com/office/drawing/2014/main" id="{F9417FD1-7603-092A-724B-2A4FF45C893A}"/>
              </a:ext>
            </a:extLst>
          </p:cNvPr>
          <p:cNvSpPr>
            <a:spLocks noGrp="1"/>
          </p:cNvSpPr>
          <p:nvPr>
            <p:ph sz="half" idx="20" hasCustomPrompt="1"/>
          </p:nvPr>
        </p:nvSpPr>
        <p:spPr>
          <a:xfrm>
            <a:off x="3062415" y="4431753"/>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6" name="Picture Placeholder 19">
            <a:extLst>
              <a:ext uri="{FF2B5EF4-FFF2-40B4-BE49-F238E27FC236}">
                <a16:creationId xmlns:a16="http://schemas.microsoft.com/office/drawing/2014/main" id="{3B4DD86D-9F31-E558-834A-F68784EC8B1C}"/>
              </a:ext>
            </a:extLst>
          </p:cNvPr>
          <p:cNvSpPr>
            <a:spLocks noGrp="1"/>
          </p:cNvSpPr>
          <p:nvPr>
            <p:ph type="pic" sz="quarter" idx="21" hasCustomPrompt="1"/>
          </p:nvPr>
        </p:nvSpPr>
        <p:spPr>
          <a:xfrm>
            <a:off x="419100" y="3849328"/>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7" name="Rectangle: Rounded Corners 14">
            <a:extLst>
              <a:ext uri="{FF2B5EF4-FFF2-40B4-BE49-F238E27FC236}">
                <a16:creationId xmlns:a16="http://schemas.microsoft.com/office/drawing/2014/main" id="{06DC2354-1F0E-BBDF-276C-E89428D65BA8}"/>
              </a:ext>
            </a:extLst>
          </p:cNvPr>
          <p:cNvSpPr/>
          <p:nvPr userDrawn="1"/>
        </p:nvSpPr>
        <p:spPr>
          <a:xfrm>
            <a:off x="6385560" y="3849328"/>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8" name="Content Placeholder 3">
            <a:extLst>
              <a:ext uri="{FF2B5EF4-FFF2-40B4-BE49-F238E27FC236}">
                <a16:creationId xmlns:a16="http://schemas.microsoft.com/office/drawing/2014/main" id="{6FE0428A-B521-5C48-80FD-EC699EEB4AB1}"/>
              </a:ext>
            </a:extLst>
          </p:cNvPr>
          <p:cNvSpPr>
            <a:spLocks noGrp="1"/>
          </p:cNvSpPr>
          <p:nvPr>
            <p:ph sz="half" idx="22" hasCustomPrompt="1"/>
          </p:nvPr>
        </p:nvSpPr>
        <p:spPr>
          <a:xfrm>
            <a:off x="9028875" y="4431753"/>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9" name="Picture Placeholder 19">
            <a:extLst>
              <a:ext uri="{FF2B5EF4-FFF2-40B4-BE49-F238E27FC236}">
                <a16:creationId xmlns:a16="http://schemas.microsoft.com/office/drawing/2014/main" id="{896EC479-0271-8EBF-CAFE-84C5EC068355}"/>
              </a:ext>
            </a:extLst>
          </p:cNvPr>
          <p:cNvSpPr>
            <a:spLocks noGrp="1"/>
          </p:cNvSpPr>
          <p:nvPr>
            <p:ph type="pic" sz="quarter" idx="23" hasCustomPrompt="1"/>
          </p:nvPr>
        </p:nvSpPr>
        <p:spPr>
          <a:xfrm>
            <a:off x="6385560" y="3849328"/>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88596527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images">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08E77B2-C610-3A31-5110-91FDF1F6528B}"/>
              </a:ext>
            </a:extLst>
          </p:cNvPr>
          <p:cNvSpPr>
            <a:spLocks noGrp="1"/>
          </p:cNvSpPr>
          <p:nvPr>
            <p:ph type="title"/>
          </p:nvPr>
        </p:nvSpPr>
        <p:spPr>
          <a:xfrm>
            <a:off x="419100" y="342901"/>
            <a:ext cx="11429999" cy="647176"/>
          </a:xfrm>
        </p:spPr>
        <p:txBody>
          <a:bodyPr/>
          <a:lstStyle/>
          <a:p>
            <a:r>
              <a:rPr lang="en-US"/>
              <a:t>Click to edit Master title style</a:t>
            </a:r>
          </a:p>
        </p:txBody>
      </p:sp>
      <p:sp>
        <p:nvSpPr>
          <p:cNvPr id="8" name="Slide Number Placeholder 4">
            <a:extLst>
              <a:ext uri="{FF2B5EF4-FFF2-40B4-BE49-F238E27FC236}">
                <a16:creationId xmlns:a16="http://schemas.microsoft.com/office/drawing/2014/main" id="{C663AE79-6577-F30A-13F2-C0AE4FA1054F}"/>
              </a:ext>
            </a:extLst>
          </p:cNvPr>
          <p:cNvSpPr>
            <a:spLocks noGrp="1"/>
          </p:cNvSpPr>
          <p:nvPr>
            <p:ph type="sldNum" sz="quarter" idx="12"/>
          </p:nvPr>
        </p:nvSpPr>
        <p:spPr>
          <a:xfrm>
            <a:off x="9105901" y="6348151"/>
            <a:ext cx="2743200" cy="365125"/>
          </a:xfrm>
        </p:spPr>
        <p:txBody>
          <a:bodyPr/>
          <a:lstStyle/>
          <a:p>
            <a:fld id="{DC503246-BBCE-4F0A-BCDC-08FC4C52637D}" type="slidenum">
              <a:rPr lang="en-US" smtClean="0"/>
              <a:pPr/>
              <a:t>‹#›</a:t>
            </a:fld>
            <a:endParaRPr lang="en-US"/>
          </a:p>
        </p:txBody>
      </p:sp>
      <p:sp>
        <p:nvSpPr>
          <p:cNvPr id="10" name="Content Placeholder 3">
            <a:extLst>
              <a:ext uri="{FF2B5EF4-FFF2-40B4-BE49-F238E27FC236}">
                <a16:creationId xmlns:a16="http://schemas.microsoft.com/office/drawing/2014/main" id="{AC9F0527-42A6-B350-36A0-D16816263F6B}"/>
              </a:ext>
            </a:extLst>
          </p:cNvPr>
          <p:cNvSpPr>
            <a:spLocks noGrp="1"/>
          </p:cNvSpPr>
          <p:nvPr>
            <p:ph sz="half" idx="2" hasCustomPrompt="1"/>
          </p:nvPr>
        </p:nvSpPr>
        <p:spPr>
          <a:xfrm>
            <a:off x="425038" y="2754691"/>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Picture Placeholder 19">
            <a:extLst>
              <a:ext uri="{FF2B5EF4-FFF2-40B4-BE49-F238E27FC236}">
                <a16:creationId xmlns:a16="http://schemas.microsoft.com/office/drawing/2014/main" id="{A6942D81-7F37-FA5F-0C3C-3946830772E0}"/>
              </a:ext>
            </a:extLst>
          </p:cNvPr>
          <p:cNvSpPr>
            <a:spLocks noGrp="1"/>
          </p:cNvSpPr>
          <p:nvPr>
            <p:ph type="pic" sz="quarter" idx="17" hasCustomPrompt="1"/>
          </p:nvPr>
        </p:nvSpPr>
        <p:spPr>
          <a:xfrm>
            <a:off x="425038" y="1371600"/>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4" name="Content Placeholder 3">
            <a:extLst>
              <a:ext uri="{FF2B5EF4-FFF2-40B4-BE49-F238E27FC236}">
                <a16:creationId xmlns:a16="http://schemas.microsoft.com/office/drawing/2014/main" id="{9D99C2E9-3945-C255-51EB-673657FC25F9}"/>
              </a:ext>
            </a:extLst>
          </p:cNvPr>
          <p:cNvSpPr>
            <a:spLocks noGrp="1"/>
          </p:cNvSpPr>
          <p:nvPr>
            <p:ph sz="half" idx="21" hasCustomPrompt="1"/>
          </p:nvPr>
        </p:nvSpPr>
        <p:spPr>
          <a:xfrm>
            <a:off x="425038" y="5247968"/>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5" name="Picture Placeholder 19">
            <a:extLst>
              <a:ext uri="{FF2B5EF4-FFF2-40B4-BE49-F238E27FC236}">
                <a16:creationId xmlns:a16="http://schemas.microsoft.com/office/drawing/2014/main" id="{CAF12E28-EF60-2E0D-85D2-B9B9948CB350}"/>
              </a:ext>
            </a:extLst>
          </p:cNvPr>
          <p:cNvSpPr>
            <a:spLocks noGrp="1"/>
          </p:cNvSpPr>
          <p:nvPr>
            <p:ph type="pic" sz="quarter" idx="22" hasCustomPrompt="1"/>
          </p:nvPr>
        </p:nvSpPr>
        <p:spPr>
          <a:xfrm>
            <a:off x="425038" y="3864877"/>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6" name="Content Placeholder 3">
            <a:extLst>
              <a:ext uri="{FF2B5EF4-FFF2-40B4-BE49-F238E27FC236}">
                <a16:creationId xmlns:a16="http://schemas.microsoft.com/office/drawing/2014/main" id="{038E210B-61D4-AE12-F876-40FC4584F778}"/>
              </a:ext>
            </a:extLst>
          </p:cNvPr>
          <p:cNvSpPr>
            <a:spLocks noGrp="1"/>
          </p:cNvSpPr>
          <p:nvPr>
            <p:ph sz="half" idx="23" hasCustomPrompt="1"/>
          </p:nvPr>
        </p:nvSpPr>
        <p:spPr>
          <a:xfrm>
            <a:off x="6381136" y="2754691"/>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7" name="Picture Placeholder 19">
            <a:extLst>
              <a:ext uri="{FF2B5EF4-FFF2-40B4-BE49-F238E27FC236}">
                <a16:creationId xmlns:a16="http://schemas.microsoft.com/office/drawing/2014/main" id="{CF120748-2F30-F2BF-E77A-CE99DF45AA5D}"/>
              </a:ext>
            </a:extLst>
          </p:cNvPr>
          <p:cNvSpPr>
            <a:spLocks noGrp="1"/>
          </p:cNvSpPr>
          <p:nvPr>
            <p:ph type="pic" sz="quarter" idx="24" hasCustomPrompt="1"/>
          </p:nvPr>
        </p:nvSpPr>
        <p:spPr>
          <a:xfrm>
            <a:off x="6381136" y="1371600"/>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8" name="Content Placeholder 3">
            <a:extLst>
              <a:ext uri="{FF2B5EF4-FFF2-40B4-BE49-F238E27FC236}">
                <a16:creationId xmlns:a16="http://schemas.microsoft.com/office/drawing/2014/main" id="{E843953F-106C-1435-BE0E-989AFF97FC80}"/>
              </a:ext>
            </a:extLst>
          </p:cNvPr>
          <p:cNvSpPr>
            <a:spLocks noGrp="1"/>
          </p:cNvSpPr>
          <p:nvPr>
            <p:ph sz="half" idx="25" hasCustomPrompt="1"/>
          </p:nvPr>
        </p:nvSpPr>
        <p:spPr>
          <a:xfrm>
            <a:off x="6381136" y="5247968"/>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9" name="Picture Placeholder 19">
            <a:extLst>
              <a:ext uri="{FF2B5EF4-FFF2-40B4-BE49-F238E27FC236}">
                <a16:creationId xmlns:a16="http://schemas.microsoft.com/office/drawing/2014/main" id="{54C99E8E-8200-9FFB-1497-61AB330C06E6}"/>
              </a:ext>
            </a:extLst>
          </p:cNvPr>
          <p:cNvSpPr>
            <a:spLocks noGrp="1"/>
          </p:cNvSpPr>
          <p:nvPr>
            <p:ph type="pic" sz="quarter" idx="26" hasCustomPrompt="1"/>
          </p:nvPr>
        </p:nvSpPr>
        <p:spPr>
          <a:xfrm>
            <a:off x="6381136" y="3864877"/>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77748351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row">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25148" y="137160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9" name="Rectangle: Rounded Corners 18">
            <a:extLst>
              <a:ext uri="{FF2B5EF4-FFF2-40B4-BE49-F238E27FC236}">
                <a16:creationId xmlns:a16="http://schemas.microsoft.com/office/drawing/2014/main" id="{9E9A3ED9-F60A-9365-FF36-8388F8154325}"/>
              </a:ext>
            </a:extLst>
          </p:cNvPr>
          <p:cNvSpPr/>
          <p:nvPr userDrawn="1"/>
        </p:nvSpPr>
        <p:spPr>
          <a:xfrm>
            <a:off x="425148" y="263398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0" name="Rectangle: Rounded Corners 19">
            <a:extLst>
              <a:ext uri="{FF2B5EF4-FFF2-40B4-BE49-F238E27FC236}">
                <a16:creationId xmlns:a16="http://schemas.microsoft.com/office/drawing/2014/main" id="{31B6BB6B-7499-34A7-4AF7-AF464F8CD184}"/>
              </a:ext>
            </a:extLst>
          </p:cNvPr>
          <p:cNvSpPr/>
          <p:nvPr userDrawn="1"/>
        </p:nvSpPr>
        <p:spPr>
          <a:xfrm>
            <a:off x="425148" y="389636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1" name="Rectangle: Rounded Corners 20">
            <a:extLst>
              <a:ext uri="{FF2B5EF4-FFF2-40B4-BE49-F238E27FC236}">
                <a16:creationId xmlns:a16="http://schemas.microsoft.com/office/drawing/2014/main" id="{4F960DB5-B53A-2F34-0B13-41BF56B70BC9}"/>
              </a:ext>
            </a:extLst>
          </p:cNvPr>
          <p:cNvSpPr/>
          <p:nvPr userDrawn="1"/>
        </p:nvSpPr>
        <p:spPr>
          <a:xfrm>
            <a:off x="425148" y="515874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7D82D21-4424-D010-291D-A10D735644B4}"/>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639313" y="155799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3481395" y="150240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D0D0FC32-9F03-894B-68E2-7CF5CF353C28}"/>
              </a:ext>
            </a:extLst>
          </p:cNvPr>
          <p:cNvSpPr>
            <a:spLocks noGrp="1"/>
          </p:cNvSpPr>
          <p:nvPr>
            <p:ph type="body" sz="quarter" idx="3" hasCustomPrompt="1"/>
          </p:nvPr>
        </p:nvSpPr>
        <p:spPr>
          <a:xfrm>
            <a:off x="639313" y="282037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E4526E34-C7D8-D509-A201-9E997DE2D906}"/>
              </a:ext>
            </a:extLst>
          </p:cNvPr>
          <p:cNvSpPr>
            <a:spLocks noGrp="1"/>
          </p:cNvSpPr>
          <p:nvPr>
            <p:ph sz="quarter" idx="4" hasCustomPrompt="1"/>
          </p:nvPr>
        </p:nvSpPr>
        <p:spPr>
          <a:xfrm>
            <a:off x="3481395" y="276478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727260A6-1D2B-1B04-0EF4-AB8C63D83409}"/>
              </a:ext>
            </a:extLst>
          </p:cNvPr>
          <p:cNvSpPr>
            <a:spLocks noGrp="1"/>
          </p:cNvSpPr>
          <p:nvPr>
            <p:ph type="body" sz="quarter" idx="13" hasCustomPrompt="1"/>
          </p:nvPr>
        </p:nvSpPr>
        <p:spPr>
          <a:xfrm>
            <a:off x="639313" y="408275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ABA15F6B-C3A4-9F6E-51D4-6670B9E8047A}"/>
              </a:ext>
            </a:extLst>
          </p:cNvPr>
          <p:cNvSpPr>
            <a:spLocks noGrp="1"/>
          </p:cNvSpPr>
          <p:nvPr>
            <p:ph sz="quarter" idx="14" hasCustomPrompt="1"/>
          </p:nvPr>
        </p:nvSpPr>
        <p:spPr>
          <a:xfrm>
            <a:off x="3481395" y="402716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40DE6576-FA6B-D29B-D71B-0E6A37656387}"/>
              </a:ext>
            </a:extLst>
          </p:cNvPr>
          <p:cNvSpPr>
            <a:spLocks noGrp="1"/>
          </p:cNvSpPr>
          <p:nvPr>
            <p:ph type="body" sz="quarter" idx="15" hasCustomPrompt="1"/>
          </p:nvPr>
        </p:nvSpPr>
        <p:spPr>
          <a:xfrm>
            <a:off x="639313" y="534513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3" name="Content Placeholder 5">
            <a:extLst>
              <a:ext uri="{FF2B5EF4-FFF2-40B4-BE49-F238E27FC236}">
                <a16:creationId xmlns:a16="http://schemas.microsoft.com/office/drawing/2014/main" id="{E1C17393-3DDF-97D6-975E-2D841FD65DD6}"/>
              </a:ext>
            </a:extLst>
          </p:cNvPr>
          <p:cNvSpPr>
            <a:spLocks noGrp="1"/>
          </p:cNvSpPr>
          <p:nvPr>
            <p:ph sz="quarter" idx="16" hasCustomPrompt="1"/>
          </p:nvPr>
        </p:nvSpPr>
        <p:spPr>
          <a:xfrm>
            <a:off x="3481395" y="528954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400563036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ive gray pillars">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7D82D21-4424-D010-291D-A10D735644B4}"/>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75323"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75323"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9" name="Rectangle: Rounded Corners 14">
            <a:extLst>
              <a:ext uri="{FF2B5EF4-FFF2-40B4-BE49-F238E27FC236}">
                <a16:creationId xmlns:a16="http://schemas.microsoft.com/office/drawing/2014/main" id="{8CC344CF-9F34-4255-C1D1-485AA925D274}"/>
              </a:ext>
            </a:extLst>
          </p:cNvPr>
          <p:cNvSpPr/>
          <p:nvPr userDrawn="1"/>
        </p:nvSpPr>
        <p:spPr>
          <a:xfrm>
            <a:off x="9820161"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0" name="Text Placeholder 2">
            <a:extLst>
              <a:ext uri="{FF2B5EF4-FFF2-40B4-BE49-F238E27FC236}">
                <a16:creationId xmlns:a16="http://schemas.microsoft.com/office/drawing/2014/main" id="{046C11E2-5EA5-6D87-9B16-19C349843022}"/>
              </a:ext>
            </a:extLst>
          </p:cNvPr>
          <p:cNvSpPr>
            <a:spLocks noGrp="1"/>
          </p:cNvSpPr>
          <p:nvPr>
            <p:ph type="body" idx="13" hasCustomPrompt="1"/>
          </p:nvPr>
        </p:nvSpPr>
        <p:spPr>
          <a:xfrm>
            <a:off x="9976384"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1" name="Content Placeholder 3">
            <a:extLst>
              <a:ext uri="{FF2B5EF4-FFF2-40B4-BE49-F238E27FC236}">
                <a16:creationId xmlns:a16="http://schemas.microsoft.com/office/drawing/2014/main" id="{D1FC3F53-1623-1501-A88C-393F90744E7A}"/>
              </a:ext>
            </a:extLst>
          </p:cNvPr>
          <p:cNvSpPr>
            <a:spLocks noGrp="1"/>
          </p:cNvSpPr>
          <p:nvPr>
            <p:ph sz="half" idx="14" hasCustomPrompt="1"/>
          </p:nvPr>
        </p:nvSpPr>
        <p:spPr>
          <a:xfrm>
            <a:off x="9976384"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2" name="Rectangle: Rounded Corners 14">
            <a:extLst>
              <a:ext uri="{FF2B5EF4-FFF2-40B4-BE49-F238E27FC236}">
                <a16:creationId xmlns:a16="http://schemas.microsoft.com/office/drawing/2014/main" id="{642EFA99-0CC2-5C0D-F347-C7AF408144AB}"/>
              </a:ext>
            </a:extLst>
          </p:cNvPr>
          <p:cNvSpPr/>
          <p:nvPr userDrawn="1"/>
        </p:nvSpPr>
        <p:spPr>
          <a:xfrm>
            <a:off x="2769365"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3" name="Text Placeholder 2">
            <a:extLst>
              <a:ext uri="{FF2B5EF4-FFF2-40B4-BE49-F238E27FC236}">
                <a16:creationId xmlns:a16="http://schemas.microsoft.com/office/drawing/2014/main" id="{30F172A8-C3C2-BD4A-7CE4-964169DED1BA}"/>
              </a:ext>
            </a:extLst>
          </p:cNvPr>
          <p:cNvSpPr>
            <a:spLocks noGrp="1"/>
          </p:cNvSpPr>
          <p:nvPr>
            <p:ph type="body" idx="15" hasCustomPrompt="1"/>
          </p:nvPr>
        </p:nvSpPr>
        <p:spPr>
          <a:xfrm>
            <a:off x="2925588"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4" name="Content Placeholder 3">
            <a:extLst>
              <a:ext uri="{FF2B5EF4-FFF2-40B4-BE49-F238E27FC236}">
                <a16:creationId xmlns:a16="http://schemas.microsoft.com/office/drawing/2014/main" id="{8606C336-516C-32FA-0769-C71D2F0E48D7}"/>
              </a:ext>
            </a:extLst>
          </p:cNvPr>
          <p:cNvSpPr>
            <a:spLocks noGrp="1"/>
          </p:cNvSpPr>
          <p:nvPr>
            <p:ph sz="half" idx="16" hasCustomPrompt="1"/>
          </p:nvPr>
        </p:nvSpPr>
        <p:spPr>
          <a:xfrm>
            <a:off x="2925588"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5" name="Rectangle: Rounded Corners 14">
            <a:extLst>
              <a:ext uri="{FF2B5EF4-FFF2-40B4-BE49-F238E27FC236}">
                <a16:creationId xmlns:a16="http://schemas.microsoft.com/office/drawing/2014/main" id="{6B8B3E43-F8BC-23C0-CF83-012744622F99}"/>
              </a:ext>
            </a:extLst>
          </p:cNvPr>
          <p:cNvSpPr/>
          <p:nvPr userDrawn="1"/>
        </p:nvSpPr>
        <p:spPr>
          <a:xfrm>
            <a:off x="7469895"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6" name="Text Placeholder 2">
            <a:extLst>
              <a:ext uri="{FF2B5EF4-FFF2-40B4-BE49-F238E27FC236}">
                <a16:creationId xmlns:a16="http://schemas.microsoft.com/office/drawing/2014/main" id="{C576C61F-EF66-C44E-3E7A-C6DD64EA6AEF}"/>
              </a:ext>
            </a:extLst>
          </p:cNvPr>
          <p:cNvSpPr>
            <a:spLocks noGrp="1"/>
          </p:cNvSpPr>
          <p:nvPr>
            <p:ph type="body" idx="17" hasCustomPrompt="1"/>
          </p:nvPr>
        </p:nvSpPr>
        <p:spPr>
          <a:xfrm>
            <a:off x="7626118"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7" name="Content Placeholder 3">
            <a:extLst>
              <a:ext uri="{FF2B5EF4-FFF2-40B4-BE49-F238E27FC236}">
                <a16:creationId xmlns:a16="http://schemas.microsoft.com/office/drawing/2014/main" id="{EE6A360E-3E2D-63BA-610C-462D2E45A3BE}"/>
              </a:ext>
            </a:extLst>
          </p:cNvPr>
          <p:cNvSpPr>
            <a:spLocks noGrp="1"/>
          </p:cNvSpPr>
          <p:nvPr>
            <p:ph sz="half" idx="18" hasCustomPrompt="1"/>
          </p:nvPr>
        </p:nvSpPr>
        <p:spPr>
          <a:xfrm>
            <a:off x="7626118"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8" name="Rectangle: Rounded Corners 14">
            <a:extLst>
              <a:ext uri="{FF2B5EF4-FFF2-40B4-BE49-F238E27FC236}">
                <a16:creationId xmlns:a16="http://schemas.microsoft.com/office/drawing/2014/main" id="{B735E1DD-0BEA-CCF6-0B52-A1883FAA94EE}"/>
              </a:ext>
            </a:extLst>
          </p:cNvPr>
          <p:cNvSpPr/>
          <p:nvPr userDrawn="1"/>
        </p:nvSpPr>
        <p:spPr>
          <a:xfrm>
            <a:off x="5119630"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9" name="Text Placeholder 2">
            <a:extLst>
              <a:ext uri="{FF2B5EF4-FFF2-40B4-BE49-F238E27FC236}">
                <a16:creationId xmlns:a16="http://schemas.microsoft.com/office/drawing/2014/main" id="{DB5206F8-8307-A73A-CE56-CA2FD0EA39D4}"/>
              </a:ext>
            </a:extLst>
          </p:cNvPr>
          <p:cNvSpPr>
            <a:spLocks noGrp="1"/>
          </p:cNvSpPr>
          <p:nvPr>
            <p:ph type="body" idx="19" hasCustomPrompt="1"/>
          </p:nvPr>
        </p:nvSpPr>
        <p:spPr>
          <a:xfrm>
            <a:off x="5275853"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50" name="Content Placeholder 3">
            <a:extLst>
              <a:ext uri="{FF2B5EF4-FFF2-40B4-BE49-F238E27FC236}">
                <a16:creationId xmlns:a16="http://schemas.microsoft.com/office/drawing/2014/main" id="{DC6D66F0-02D3-2ADC-1C08-571FA4466C3F}"/>
              </a:ext>
            </a:extLst>
          </p:cNvPr>
          <p:cNvSpPr>
            <a:spLocks noGrp="1"/>
          </p:cNvSpPr>
          <p:nvPr>
            <p:ph sz="half" idx="20" hasCustomPrompt="1"/>
          </p:nvPr>
        </p:nvSpPr>
        <p:spPr>
          <a:xfrm>
            <a:off x="5275853"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23917533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ive pillar w cicle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C956-3E02-F312-E193-87E518E75B42}"/>
              </a:ext>
            </a:extLst>
          </p:cNvPr>
          <p:cNvSpPr>
            <a:spLocks noGrp="1"/>
          </p:cNvSpPr>
          <p:nvPr>
            <p:ph type="title"/>
          </p:nvPr>
        </p:nvSpPr>
        <p:spPr>
          <a:xfrm>
            <a:off x="419100" y="366891"/>
            <a:ext cx="11430000" cy="638175"/>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7D82D21-4424-D010-291D-A10D735644B4}"/>
              </a:ext>
            </a:extLst>
          </p:cNvPr>
          <p:cNvSpPr>
            <a:spLocks noGrp="1"/>
          </p:cNvSpPr>
          <p:nvPr>
            <p:ph type="sldNum" sz="quarter" idx="12"/>
          </p:nvPr>
        </p:nvSpPr>
        <p:spPr/>
        <p:txBody>
          <a:bodyPr/>
          <a:lstStyle/>
          <a:p>
            <a:fld id="{DC503246-BBCE-4F0A-BCDC-08FC4C52637D}" type="slidenum">
              <a:rPr lang="en-US" smtClean="0"/>
              <a:pPr/>
              <a:t>‹#›</a:t>
            </a:fld>
            <a:endParaRPr lang="en-US"/>
          </a:p>
        </p:txBody>
      </p:sp>
      <p:sp>
        <p:nvSpPr>
          <p:cNvPr id="17" name="Text Placeholder 2">
            <a:extLst>
              <a:ext uri="{FF2B5EF4-FFF2-40B4-BE49-F238E27FC236}">
                <a16:creationId xmlns:a16="http://schemas.microsoft.com/office/drawing/2014/main" id="{CACD32A4-E944-7B1B-9A9F-60049DD3C33F}"/>
              </a:ext>
            </a:extLst>
          </p:cNvPr>
          <p:cNvSpPr>
            <a:spLocks noGrp="1"/>
          </p:cNvSpPr>
          <p:nvPr>
            <p:ph type="body" idx="1" hasCustomPrompt="1"/>
          </p:nvPr>
        </p:nvSpPr>
        <p:spPr>
          <a:xfrm>
            <a:off x="419100" y="3958713"/>
            <a:ext cx="2022698" cy="341632"/>
          </a:xfrm>
        </p:spPr>
        <p:txBody>
          <a:bodyPr anchor="ctr"/>
          <a:lstStyle>
            <a:lvl1pPr marL="0" indent="0" algn="ctr">
              <a:buNone/>
              <a:defRPr sz="1800" b="0" i="0">
                <a:solidFill>
                  <a:schemeClr val="accent1">
                    <a:lumMod val="40000"/>
                    <a:lumOff val="60000"/>
                  </a:schemeClr>
                </a:solidFill>
                <a:latin typeface="Amazon Ember Display Medium" panose="020F0603020204020204" pitchFamily="34" charset="0"/>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2" name="Text Placeholder 12">
            <a:extLst>
              <a:ext uri="{FF2B5EF4-FFF2-40B4-BE49-F238E27FC236}">
                <a16:creationId xmlns:a16="http://schemas.microsoft.com/office/drawing/2014/main" id="{335F755D-B83A-31BD-34B9-2E05836CD371}"/>
              </a:ext>
            </a:extLst>
          </p:cNvPr>
          <p:cNvSpPr>
            <a:spLocks noGrp="1"/>
          </p:cNvSpPr>
          <p:nvPr>
            <p:ph type="body" sz="quarter" idx="14"/>
          </p:nvPr>
        </p:nvSpPr>
        <p:spPr>
          <a:xfrm>
            <a:off x="419100" y="4445744"/>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23" name="Text Placeholder 2">
            <a:extLst>
              <a:ext uri="{FF2B5EF4-FFF2-40B4-BE49-F238E27FC236}">
                <a16:creationId xmlns:a16="http://schemas.microsoft.com/office/drawing/2014/main" id="{2A77CCC5-B9BE-4642-8458-7FDC46CB3BDC}"/>
              </a:ext>
            </a:extLst>
          </p:cNvPr>
          <p:cNvSpPr>
            <a:spLocks noGrp="1"/>
          </p:cNvSpPr>
          <p:nvPr>
            <p:ph type="body" idx="15" hasCustomPrompt="1"/>
          </p:nvPr>
        </p:nvSpPr>
        <p:spPr>
          <a:xfrm>
            <a:off x="2770926" y="3958713"/>
            <a:ext cx="2022698" cy="341632"/>
          </a:xfrm>
        </p:spPr>
        <p:txBody>
          <a:bodyPr anchor="ctr"/>
          <a:lstStyle>
            <a:lvl1pPr marL="0" indent="0" algn="ctr">
              <a:buNone/>
              <a:defRPr sz="1800" b="0" i="0">
                <a:solidFill>
                  <a:schemeClr val="accent1">
                    <a:lumMod val="40000"/>
                    <a:lumOff val="60000"/>
                  </a:schemeClr>
                </a:solidFill>
                <a:latin typeface="Amazon Ember Display Medium" panose="020F0603020204020204" pitchFamily="34" charset="0"/>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4" name="Text Placeholder 12">
            <a:extLst>
              <a:ext uri="{FF2B5EF4-FFF2-40B4-BE49-F238E27FC236}">
                <a16:creationId xmlns:a16="http://schemas.microsoft.com/office/drawing/2014/main" id="{27D8439D-6992-936B-CF67-4A07F79A61B5}"/>
              </a:ext>
            </a:extLst>
          </p:cNvPr>
          <p:cNvSpPr>
            <a:spLocks noGrp="1"/>
          </p:cNvSpPr>
          <p:nvPr>
            <p:ph type="body" sz="quarter" idx="16"/>
          </p:nvPr>
        </p:nvSpPr>
        <p:spPr>
          <a:xfrm>
            <a:off x="2770926" y="4445744"/>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25" name="Text Placeholder 2">
            <a:extLst>
              <a:ext uri="{FF2B5EF4-FFF2-40B4-BE49-F238E27FC236}">
                <a16:creationId xmlns:a16="http://schemas.microsoft.com/office/drawing/2014/main" id="{5A5DCCC6-32E6-6E64-8450-82236AB1AD08}"/>
              </a:ext>
            </a:extLst>
          </p:cNvPr>
          <p:cNvSpPr>
            <a:spLocks noGrp="1"/>
          </p:cNvSpPr>
          <p:nvPr>
            <p:ph type="body" idx="17" hasCustomPrompt="1"/>
          </p:nvPr>
        </p:nvSpPr>
        <p:spPr>
          <a:xfrm>
            <a:off x="5122752" y="3958713"/>
            <a:ext cx="2022698" cy="341632"/>
          </a:xfrm>
        </p:spPr>
        <p:txBody>
          <a:bodyPr anchor="ctr"/>
          <a:lstStyle>
            <a:lvl1pPr marL="0" indent="0" algn="ctr">
              <a:buNone/>
              <a:defRPr sz="1800" b="0" i="0">
                <a:solidFill>
                  <a:schemeClr val="accent1">
                    <a:lumMod val="40000"/>
                    <a:lumOff val="60000"/>
                  </a:schemeClr>
                </a:solidFill>
                <a:latin typeface="Amazon Ember Display Medium" panose="020F0603020204020204" pitchFamily="34" charset="0"/>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6" name="Text Placeholder 12">
            <a:extLst>
              <a:ext uri="{FF2B5EF4-FFF2-40B4-BE49-F238E27FC236}">
                <a16:creationId xmlns:a16="http://schemas.microsoft.com/office/drawing/2014/main" id="{9EEFBC73-7976-8792-E96A-A06F540A4B4F}"/>
              </a:ext>
            </a:extLst>
          </p:cNvPr>
          <p:cNvSpPr>
            <a:spLocks noGrp="1"/>
          </p:cNvSpPr>
          <p:nvPr>
            <p:ph type="body" sz="quarter" idx="18"/>
          </p:nvPr>
        </p:nvSpPr>
        <p:spPr>
          <a:xfrm>
            <a:off x="5122751" y="4445744"/>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27" name="Text Placeholder 2">
            <a:extLst>
              <a:ext uri="{FF2B5EF4-FFF2-40B4-BE49-F238E27FC236}">
                <a16:creationId xmlns:a16="http://schemas.microsoft.com/office/drawing/2014/main" id="{680DB3EB-294A-2D58-7F58-0C644A208E03}"/>
              </a:ext>
            </a:extLst>
          </p:cNvPr>
          <p:cNvSpPr>
            <a:spLocks noGrp="1"/>
          </p:cNvSpPr>
          <p:nvPr>
            <p:ph type="body" idx="19" hasCustomPrompt="1"/>
          </p:nvPr>
        </p:nvSpPr>
        <p:spPr>
          <a:xfrm>
            <a:off x="7474577" y="3958713"/>
            <a:ext cx="2022698" cy="341632"/>
          </a:xfrm>
        </p:spPr>
        <p:txBody>
          <a:bodyPr anchor="ctr"/>
          <a:lstStyle>
            <a:lvl1pPr marL="0" indent="0" algn="ctr">
              <a:buNone/>
              <a:defRPr sz="1800" b="0" i="0">
                <a:solidFill>
                  <a:schemeClr val="accent1">
                    <a:lumMod val="40000"/>
                    <a:lumOff val="60000"/>
                  </a:schemeClr>
                </a:solidFill>
                <a:latin typeface="Amazon Ember Display Medium" panose="020F0603020204020204" pitchFamily="34" charset="0"/>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8" name="Text Placeholder 12">
            <a:extLst>
              <a:ext uri="{FF2B5EF4-FFF2-40B4-BE49-F238E27FC236}">
                <a16:creationId xmlns:a16="http://schemas.microsoft.com/office/drawing/2014/main" id="{DF88B32C-7F64-46CF-466C-C6DAC4DB66E8}"/>
              </a:ext>
            </a:extLst>
          </p:cNvPr>
          <p:cNvSpPr>
            <a:spLocks noGrp="1"/>
          </p:cNvSpPr>
          <p:nvPr>
            <p:ph type="body" sz="quarter" idx="20"/>
          </p:nvPr>
        </p:nvSpPr>
        <p:spPr>
          <a:xfrm>
            <a:off x="7474576" y="4445744"/>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sp>
        <p:nvSpPr>
          <p:cNvPr id="29" name="Text Placeholder 2">
            <a:extLst>
              <a:ext uri="{FF2B5EF4-FFF2-40B4-BE49-F238E27FC236}">
                <a16:creationId xmlns:a16="http://schemas.microsoft.com/office/drawing/2014/main" id="{0BCBDB97-C9B0-B479-CB1D-9DEA1006D156}"/>
              </a:ext>
            </a:extLst>
          </p:cNvPr>
          <p:cNvSpPr>
            <a:spLocks noGrp="1"/>
          </p:cNvSpPr>
          <p:nvPr>
            <p:ph type="body" idx="21" hasCustomPrompt="1"/>
          </p:nvPr>
        </p:nvSpPr>
        <p:spPr>
          <a:xfrm>
            <a:off x="9826402" y="3958713"/>
            <a:ext cx="2022698" cy="341632"/>
          </a:xfrm>
        </p:spPr>
        <p:txBody>
          <a:bodyPr anchor="ctr"/>
          <a:lstStyle>
            <a:lvl1pPr marL="0" indent="0" algn="ctr">
              <a:buNone/>
              <a:defRPr sz="1800" b="0" i="0">
                <a:solidFill>
                  <a:schemeClr val="accent1">
                    <a:lumMod val="40000"/>
                    <a:lumOff val="60000"/>
                  </a:schemeClr>
                </a:solidFill>
                <a:latin typeface="Amazon Ember Display Medium" panose="020F0603020204020204" pitchFamily="34" charset="0"/>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0" name="Text Placeholder 12">
            <a:extLst>
              <a:ext uri="{FF2B5EF4-FFF2-40B4-BE49-F238E27FC236}">
                <a16:creationId xmlns:a16="http://schemas.microsoft.com/office/drawing/2014/main" id="{C1E169BA-7F72-B21E-15E6-C774673E73F5}"/>
              </a:ext>
            </a:extLst>
          </p:cNvPr>
          <p:cNvSpPr>
            <a:spLocks noGrp="1"/>
          </p:cNvSpPr>
          <p:nvPr>
            <p:ph type="body" sz="quarter" idx="22"/>
          </p:nvPr>
        </p:nvSpPr>
        <p:spPr>
          <a:xfrm>
            <a:off x="9826402" y="4445744"/>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endParaRPr lang="en-US"/>
          </a:p>
        </p:txBody>
      </p:sp>
      <p:cxnSp>
        <p:nvCxnSpPr>
          <p:cNvPr id="46" name="Straight Connector 45">
            <a:extLst>
              <a:ext uri="{FF2B5EF4-FFF2-40B4-BE49-F238E27FC236}">
                <a16:creationId xmlns:a16="http://schemas.microsoft.com/office/drawing/2014/main" id="{392505C8-3896-8478-1235-5A420A519E93}"/>
              </a:ext>
            </a:extLst>
          </p:cNvPr>
          <p:cNvCxnSpPr>
            <a:cxnSpLocks/>
          </p:cNvCxnSpPr>
          <p:nvPr userDrawn="1"/>
        </p:nvCxnSpPr>
        <p:spPr>
          <a:xfrm>
            <a:off x="381000" y="3541503"/>
            <a:ext cx="11430000" cy="0"/>
          </a:xfrm>
          <a:prstGeom prst="line">
            <a:avLst/>
          </a:prstGeom>
          <a:ln w="1905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91210B6-BA45-E02E-5EDA-A5720EB468A7}"/>
              </a:ext>
            </a:extLst>
          </p:cNvPr>
          <p:cNvSpPr/>
          <p:nvPr userDrawn="1"/>
        </p:nvSpPr>
        <p:spPr>
          <a:xfrm>
            <a:off x="680641"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18" name="Picture Placeholder 12">
            <a:extLst>
              <a:ext uri="{FF2B5EF4-FFF2-40B4-BE49-F238E27FC236}">
                <a16:creationId xmlns:a16="http://schemas.microsoft.com/office/drawing/2014/main" id="{0C272F88-F183-6492-2FC6-B544D29E2BA8}"/>
              </a:ext>
            </a:extLst>
          </p:cNvPr>
          <p:cNvSpPr>
            <a:spLocks noGrp="1"/>
          </p:cNvSpPr>
          <p:nvPr>
            <p:ph type="pic" sz="quarter" idx="33" hasCustomPrompt="1"/>
          </p:nvPr>
        </p:nvSpPr>
        <p:spPr>
          <a:xfrm>
            <a:off x="690166"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19" name="Oval 18">
            <a:extLst>
              <a:ext uri="{FF2B5EF4-FFF2-40B4-BE49-F238E27FC236}">
                <a16:creationId xmlns:a16="http://schemas.microsoft.com/office/drawing/2014/main" id="{342E6A1B-8278-4A63-B26C-C0E96D478D13}"/>
              </a:ext>
            </a:extLst>
          </p:cNvPr>
          <p:cNvSpPr/>
          <p:nvPr userDrawn="1"/>
        </p:nvSpPr>
        <p:spPr>
          <a:xfrm>
            <a:off x="3032467"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20" name="Picture Placeholder 12">
            <a:extLst>
              <a:ext uri="{FF2B5EF4-FFF2-40B4-BE49-F238E27FC236}">
                <a16:creationId xmlns:a16="http://schemas.microsoft.com/office/drawing/2014/main" id="{CB363CF5-B1B6-F5BA-1AB9-EBCAEBC5DA3B}"/>
              </a:ext>
            </a:extLst>
          </p:cNvPr>
          <p:cNvSpPr>
            <a:spLocks noGrp="1"/>
          </p:cNvSpPr>
          <p:nvPr>
            <p:ph type="pic" sz="quarter" idx="34" hasCustomPrompt="1"/>
          </p:nvPr>
        </p:nvSpPr>
        <p:spPr>
          <a:xfrm>
            <a:off x="3041992"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21" name="Oval 20">
            <a:extLst>
              <a:ext uri="{FF2B5EF4-FFF2-40B4-BE49-F238E27FC236}">
                <a16:creationId xmlns:a16="http://schemas.microsoft.com/office/drawing/2014/main" id="{2592E17C-3558-F608-BBB0-FE3B918F382B}"/>
              </a:ext>
            </a:extLst>
          </p:cNvPr>
          <p:cNvSpPr/>
          <p:nvPr userDrawn="1"/>
        </p:nvSpPr>
        <p:spPr>
          <a:xfrm>
            <a:off x="5384293"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1" name="Picture Placeholder 12">
            <a:extLst>
              <a:ext uri="{FF2B5EF4-FFF2-40B4-BE49-F238E27FC236}">
                <a16:creationId xmlns:a16="http://schemas.microsoft.com/office/drawing/2014/main" id="{7BB94B14-FF37-028A-EF00-3618695FEA70}"/>
              </a:ext>
            </a:extLst>
          </p:cNvPr>
          <p:cNvSpPr>
            <a:spLocks noGrp="1"/>
          </p:cNvSpPr>
          <p:nvPr>
            <p:ph type="pic" sz="quarter" idx="35" hasCustomPrompt="1"/>
          </p:nvPr>
        </p:nvSpPr>
        <p:spPr>
          <a:xfrm>
            <a:off x="5393818"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2" name="Oval 31">
            <a:extLst>
              <a:ext uri="{FF2B5EF4-FFF2-40B4-BE49-F238E27FC236}">
                <a16:creationId xmlns:a16="http://schemas.microsoft.com/office/drawing/2014/main" id="{22775533-567B-2EC2-C299-79C30121011C}"/>
              </a:ext>
            </a:extLst>
          </p:cNvPr>
          <p:cNvSpPr/>
          <p:nvPr userDrawn="1"/>
        </p:nvSpPr>
        <p:spPr>
          <a:xfrm>
            <a:off x="7736118"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3" name="Picture Placeholder 12">
            <a:extLst>
              <a:ext uri="{FF2B5EF4-FFF2-40B4-BE49-F238E27FC236}">
                <a16:creationId xmlns:a16="http://schemas.microsoft.com/office/drawing/2014/main" id="{D20E0605-C5AA-DDDB-7091-C45149DB3C18}"/>
              </a:ext>
            </a:extLst>
          </p:cNvPr>
          <p:cNvSpPr>
            <a:spLocks noGrp="1"/>
          </p:cNvSpPr>
          <p:nvPr>
            <p:ph type="pic" sz="quarter" idx="36" hasCustomPrompt="1"/>
          </p:nvPr>
        </p:nvSpPr>
        <p:spPr>
          <a:xfrm>
            <a:off x="7745643"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4" name="Oval 33">
            <a:extLst>
              <a:ext uri="{FF2B5EF4-FFF2-40B4-BE49-F238E27FC236}">
                <a16:creationId xmlns:a16="http://schemas.microsoft.com/office/drawing/2014/main" id="{E2706883-016F-51F4-5F05-871887CCE838}"/>
              </a:ext>
            </a:extLst>
          </p:cNvPr>
          <p:cNvSpPr/>
          <p:nvPr userDrawn="1"/>
        </p:nvSpPr>
        <p:spPr>
          <a:xfrm>
            <a:off x="10087943"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5" name="Picture Placeholder 12">
            <a:extLst>
              <a:ext uri="{FF2B5EF4-FFF2-40B4-BE49-F238E27FC236}">
                <a16:creationId xmlns:a16="http://schemas.microsoft.com/office/drawing/2014/main" id="{2C859758-47DC-216A-0239-1927A94ED4B8}"/>
              </a:ext>
            </a:extLst>
          </p:cNvPr>
          <p:cNvSpPr>
            <a:spLocks noGrp="1"/>
          </p:cNvSpPr>
          <p:nvPr>
            <p:ph type="pic" sz="quarter" idx="37" hasCustomPrompt="1"/>
          </p:nvPr>
        </p:nvSpPr>
        <p:spPr>
          <a:xfrm>
            <a:off x="10097468" y="1711735"/>
            <a:ext cx="1480566" cy="1480566"/>
          </a:xfrm>
          <a:prstGeom prst="ellipse">
            <a:avLst/>
          </a:prstGeom>
        </p:spPr>
        <p:txBody>
          <a:bodyPr>
            <a:noAutofit/>
          </a:bodyPr>
          <a:lstStyle>
            <a:lvl1pPr marL="0" indent="0">
              <a:buNone/>
              <a:defRPr sz="1400"/>
            </a:lvl1pPr>
          </a:lstStyle>
          <a:p>
            <a:r>
              <a:rPr lang="en-US" dirty="0"/>
              <a:t>Click icon to add image</a:t>
            </a:r>
          </a:p>
        </p:txBody>
      </p:sp>
    </p:spTree>
    <p:extLst>
      <p:ext uri="{BB962C8B-B14F-4D97-AF65-F5344CB8AC3E}">
        <p14:creationId xmlns:p14="http://schemas.microsoft.com/office/powerpoint/2010/main" val="298677444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71881157-0DF8-49E6-B684-3E8FD245EE8E}"/>
              </a:ext>
            </a:extLst>
          </p:cNvPr>
          <p:cNvSpPr>
            <a:spLocks noGrp="1"/>
          </p:cNvSpPr>
          <p:nvPr>
            <p:ph type="body" sz="quarter" idx="10" hasCustomPrompt="1"/>
          </p:nvPr>
        </p:nvSpPr>
        <p:spPr>
          <a:xfrm>
            <a:off x="431800" y="3129178"/>
            <a:ext cx="3429000" cy="369332"/>
          </a:xfrm>
          <a:prstGeom prst="rect">
            <a:avLst/>
          </a:prstGeom>
        </p:spPr>
        <p:txBody>
          <a:bodyPr anchor="b"/>
          <a:lstStyle>
            <a:lvl1pPr marL="0" indent="0">
              <a:buNone/>
              <a:defRPr sz="2000" b="1"/>
            </a:lvl1pPr>
          </a:lstStyle>
          <a:p>
            <a:pPr lvl="0"/>
            <a:r>
              <a:rPr lang="en-US" dirty="0"/>
              <a:t>Team Member Name</a:t>
            </a:r>
          </a:p>
        </p:txBody>
      </p:sp>
      <p:sp>
        <p:nvSpPr>
          <p:cNvPr id="14" name="Text Placeholder 10">
            <a:extLst>
              <a:ext uri="{FF2B5EF4-FFF2-40B4-BE49-F238E27FC236}">
                <a16:creationId xmlns:a16="http://schemas.microsoft.com/office/drawing/2014/main" id="{25647617-D370-4344-8A52-A50356181DAE}"/>
              </a:ext>
            </a:extLst>
          </p:cNvPr>
          <p:cNvSpPr>
            <a:spLocks noGrp="1"/>
          </p:cNvSpPr>
          <p:nvPr>
            <p:ph type="body" sz="quarter" idx="12" hasCustomPrompt="1"/>
          </p:nvPr>
        </p:nvSpPr>
        <p:spPr>
          <a:xfrm>
            <a:off x="4075949" y="3129178"/>
            <a:ext cx="3429000" cy="369332"/>
          </a:xfrm>
          <a:prstGeom prst="rect">
            <a:avLst/>
          </a:prstGeom>
        </p:spPr>
        <p:txBody>
          <a:bodyPr anchor="b"/>
          <a:lstStyle>
            <a:lvl1pPr marL="0" indent="0">
              <a:buNone/>
              <a:defRPr sz="2000" b="1"/>
            </a:lvl1pPr>
          </a:lstStyle>
          <a:p>
            <a:pPr lvl="0"/>
            <a:r>
              <a:rPr lang="en-US" dirty="0"/>
              <a:t>Team Member Name</a:t>
            </a:r>
          </a:p>
        </p:txBody>
      </p:sp>
      <p:sp>
        <p:nvSpPr>
          <p:cNvPr id="15" name="Text Placeholder 10">
            <a:extLst>
              <a:ext uri="{FF2B5EF4-FFF2-40B4-BE49-F238E27FC236}">
                <a16:creationId xmlns:a16="http://schemas.microsoft.com/office/drawing/2014/main" id="{901E06BA-A855-4482-AB73-94B5EFBA8420}"/>
              </a:ext>
            </a:extLst>
          </p:cNvPr>
          <p:cNvSpPr>
            <a:spLocks noGrp="1"/>
          </p:cNvSpPr>
          <p:nvPr>
            <p:ph type="body" sz="quarter" idx="13" hasCustomPrompt="1"/>
          </p:nvPr>
        </p:nvSpPr>
        <p:spPr>
          <a:xfrm>
            <a:off x="7720100" y="3129178"/>
            <a:ext cx="3429000" cy="369332"/>
          </a:xfrm>
          <a:prstGeom prst="rect">
            <a:avLst/>
          </a:prstGeom>
        </p:spPr>
        <p:txBody>
          <a:bodyPr anchor="b"/>
          <a:lstStyle>
            <a:lvl1pPr marL="0" indent="0">
              <a:buNone/>
              <a:defRPr sz="2000" b="1"/>
            </a:lvl1pPr>
          </a:lstStyle>
          <a:p>
            <a:pPr lvl="0"/>
            <a:r>
              <a:rPr lang="en-US" dirty="0"/>
              <a:t>Team Member Name</a:t>
            </a:r>
          </a:p>
        </p:txBody>
      </p:sp>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660868"/>
            <a:ext cx="12192000" cy="638175"/>
          </a:xfrm>
          <a:prstGeom prst="rect">
            <a:avLst/>
          </a:prstGeom>
        </p:spPr>
        <p:txBody>
          <a:bodyPr/>
          <a:lstStyle>
            <a:lvl1pPr>
              <a:defRPr>
                <a:solidFill>
                  <a:schemeClr val="bg1">
                    <a:lumMod val="65000"/>
                    <a:lumOff val="35000"/>
                  </a:schemeClr>
                </a:solidFill>
              </a:defRPr>
            </a:lvl1pPr>
          </a:lstStyle>
          <a:p>
            <a:r>
              <a:rPr lang="en-US"/>
              <a:t>Thank you layout</a:t>
            </a:r>
          </a:p>
        </p:txBody>
      </p:sp>
      <p:sp>
        <p:nvSpPr>
          <p:cNvPr id="3" name="TextBox 2">
            <a:extLst>
              <a:ext uri="{FF2B5EF4-FFF2-40B4-BE49-F238E27FC236}">
                <a16:creationId xmlns:a16="http://schemas.microsoft.com/office/drawing/2014/main" id="{B40EF7F8-9F2B-B523-D4B9-FDEDC073F8E5}"/>
              </a:ext>
            </a:extLst>
          </p:cNvPr>
          <p:cNvSpPr txBox="1"/>
          <p:nvPr userDrawn="1"/>
        </p:nvSpPr>
        <p:spPr bwMode="white">
          <a:xfrm>
            <a:off x="419100" y="1900795"/>
            <a:ext cx="5676900" cy="956453"/>
          </a:xfrm>
          <a:prstGeom prst="rect">
            <a:avLst/>
          </a:prstGeom>
          <a:noFill/>
        </p:spPr>
        <p:txBody>
          <a:bodyPr lIns="0" tIns="0" rIns="0" bIns="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Heavy" panose="020F0803020204020204" pitchFamily="34" charset="0"/>
                <a:ea typeface="Amazon Ember Display Heavy" panose="020F0803020204020204" pitchFamily="34" charset="0"/>
                <a:cs typeface="Amazon Ember Display Heavy" panose="020F0803020204020204" pitchFamily="34" charset="0"/>
              </a:defRPr>
            </a:lvl1pPr>
          </a:lstStyle>
          <a:p>
            <a:pPr eaLnBrk="1" fontAlgn="auto" hangingPunct="1">
              <a:spcAft>
                <a:spcPts val="0"/>
              </a:spcAft>
              <a:defRPr/>
            </a:pPr>
            <a:r>
              <a:rPr sz="6600" b="1" i="0" spc="-15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a:t>
            </a:r>
          </a:p>
        </p:txBody>
      </p:sp>
      <p:sp>
        <p:nvSpPr>
          <p:cNvPr id="5" name="Slide Number Placeholder 4">
            <a:extLst>
              <a:ext uri="{FF2B5EF4-FFF2-40B4-BE49-F238E27FC236}">
                <a16:creationId xmlns:a16="http://schemas.microsoft.com/office/drawing/2014/main" id="{FDC8D098-0D5D-2F43-20F0-F79D1130DDB7}"/>
              </a:ext>
            </a:extLst>
          </p:cNvPr>
          <p:cNvSpPr>
            <a:spLocks noGrp="1"/>
          </p:cNvSpPr>
          <p:nvPr>
            <p:ph type="sldNum" sz="quarter" idx="18"/>
          </p:nvPr>
        </p:nvSpPr>
        <p:spPr/>
        <p:txBody>
          <a:bodyPr/>
          <a:lstStyle/>
          <a:p>
            <a:fld id="{DC503246-BBCE-4F0A-BCDC-08FC4C52637D}" type="slidenum">
              <a:rPr lang="en-US" smtClean="0"/>
              <a:pPr/>
              <a:t>‹#›</a:t>
            </a:fld>
            <a:endParaRPr lang="en-US"/>
          </a:p>
        </p:txBody>
      </p:sp>
      <p:sp>
        <p:nvSpPr>
          <p:cNvPr id="20" name="Text Placeholder 10">
            <a:extLst>
              <a:ext uri="{FF2B5EF4-FFF2-40B4-BE49-F238E27FC236}">
                <a16:creationId xmlns:a16="http://schemas.microsoft.com/office/drawing/2014/main" id="{41F8A7A1-E840-4517-A56A-B44876BF4BFA}"/>
              </a:ext>
            </a:extLst>
          </p:cNvPr>
          <p:cNvSpPr>
            <a:spLocks noGrp="1"/>
          </p:cNvSpPr>
          <p:nvPr>
            <p:ph type="body" sz="quarter" idx="22" hasCustomPrompt="1"/>
          </p:nvPr>
        </p:nvSpPr>
        <p:spPr>
          <a:xfrm>
            <a:off x="7720100" y="3813590"/>
            <a:ext cx="3429000" cy="369332"/>
          </a:xfrm>
          <a:prstGeom prst="rect">
            <a:avLst/>
          </a:prstGeom>
        </p:spPr>
        <p:txBody>
          <a:bodyPr anchor="b"/>
          <a:lstStyle>
            <a:lvl1pPr marL="0" indent="0">
              <a:buNone/>
              <a:defRPr sz="2000" b="1"/>
            </a:lvl1pPr>
          </a:lstStyle>
          <a:p>
            <a:pPr lvl="0"/>
            <a:r>
              <a:rPr lang="en-US" dirty="0"/>
              <a:t>Team Member Name</a:t>
            </a:r>
          </a:p>
        </p:txBody>
      </p:sp>
      <p:sp>
        <p:nvSpPr>
          <p:cNvPr id="12" name="Text Placeholder 10">
            <a:extLst>
              <a:ext uri="{FF2B5EF4-FFF2-40B4-BE49-F238E27FC236}">
                <a16:creationId xmlns:a16="http://schemas.microsoft.com/office/drawing/2014/main" id="{8B3EF447-7982-4063-8ABF-B43F0E2A84F2}"/>
              </a:ext>
            </a:extLst>
          </p:cNvPr>
          <p:cNvSpPr>
            <a:spLocks noGrp="1"/>
          </p:cNvSpPr>
          <p:nvPr>
            <p:ph type="body" sz="quarter" idx="19" hasCustomPrompt="1"/>
          </p:nvPr>
        </p:nvSpPr>
        <p:spPr>
          <a:xfrm>
            <a:off x="431800" y="3813590"/>
            <a:ext cx="3429000" cy="369332"/>
          </a:xfrm>
          <a:prstGeom prst="rect">
            <a:avLst/>
          </a:prstGeom>
        </p:spPr>
        <p:txBody>
          <a:bodyPr anchor="b"/>
          <a:lstStyle>
            <a:lvl1pPr marL="0" indent="0">
              <a:buNone/>
              <a:defRPr sz="2000" b="1"/>
            </a:lvl1pPr>
          </a:lstStyle>
          <a:p>
            <a:pPr lvl="0"/>
            <a:r>
              <a:rPr lang="en-US" dirty="0"/>
              <a:t>Team Member Name</a:t>
            </a:r>
          </a:p>
        </p:txBody>
      </p:sp>
      <p:sp>
        <p:nvSpPr>
          <p:cNvPr id="19" name="Text Placeholder 10">
            <a:extLst>
              <a:ext uri="{FF2B5EF4-FFF2-40B4-BE49-F238E27FC236}">
                <a16:creationId xmlns:a16="http://schemas.microsoft.com/office/drawing/2014/main" id="{74F753DE-B784-44B5-8314-4ADED735E802}"/>
              </a:ext>
            </a:extLst>
          </p:cNvPr>
          <p:cNvSpPr>
            <a:spLocks noGrp="1"/>
          </p:cNvSpPr>
          <p:nvPr>
            <p:ph type="body" sz="quarter" idx="21" hasCustomPrompt="1"/>
          </p:nvPr>
        </p:nvSpPr>
        <p:spPr>
          <a:xfrm>
            <a:off x="4075949" y="3813590"/>
            <a:ext cx="3429000" cy="369332"/>
          </a:xfrm>
          <a:prstGeom prst="rect">
            <a:avLst/>
          </a:prstGeom>
        </p:spPr>
        <p:txBody>
          <a:bodyPr anchor="b"/>
          <a:lstStyle>
            <a:lvl1pPr marL="0" indent="0">
              <a:buNone/>
              <a:defRPr sz="2000" b="1"/>
            </a:lvl1pPr>
          </a:lstStyle>
          <a:p>
            <a:pPr lvl="0"/>
            <a:r>
              <a:rPr lang="en-US" dirty="0"/>
              <a:t>Team Member Name</a:t>
            </a:r>
          </a:p>
        </p:txBody>
      </p:sp>
    </p:spTree>
    <p:extLst>
      <p:ext uri="{BB962C8B-B14F-4D97-AF65-F5344CB8AC3E}">
        <p14:creationId xmlns:p14="http://schemas.microsoft.com/office/powerpoint/2010/main" val="1502317674"/>
      </p:ext>
    </p:extLst>
  </p:cSld>
  <p:clrMapOvr>
    <a:masterClrMapping/>
  </p:clrMapOvr>
  <p:transition>
    <p:fade/>
  </p:transition>
  <p:extLst>
    <p:ext uri="{DCECCB84-F9BA-43D5-87BE-67443E8EF086}">
      <p15:sldGuideLst xmlns:p15="http://schemas.microsoft.com/office/powerpoint/2012/main">
        <p15:guide id="1" pos="264">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4.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71DBC7-A563-4787-896F-A8C55AC39541}"/>
              </a:ext>
            </a:extLst>
          </p:cNvPr>
          <p:cNvSpPr>
            <a:spLocks noGrp="1"/>
          </p:cNvSpPr>
          <p:nvPr>
            <p:ph type="title"/>
          </p:nvPr>
        </p:nvSpPr>
        <p:spPr>
          <a:xfrm>
            <a:off x="419100" y="351901"/>
            <a:ext cx="11430001" cy="638175"/>
          </a:xfrm>
          <a:prstGeom prst="rect">
            <a:avLst/>
          </a:prstGeom>
        </p:spPr>
        <p:txBody>
          <a:bodyPr vert="horz" lIns="0" tIns="45720" rIns="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8BD4A25B-ECC2-4D0E-BA51-828900AA1150}"/>
              </a:ext>
            </a:extLst>
          </p:cNvPr>
          <p:cNvSpPr>
            <a:spLocks noGrp="1"/>
          </p:cNvSpPr>
          <p:nvPr>
            <p:ph type="body" idx="1"/>
          </p:nvPr>
        </p:nvSpPr>
        <p:spPr>
          <a:xfrm>
            <a:off x="426596" y="1371600"/>
            <a:ext cx="11422504" cy="1994392"/>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6CCEABC0-4D9B-4F84-9C7F-2B0BE8033B97}"/>
              </a:ext>
            </a:extLst>
          </p:cNvPr>
          <p:cNvSpPr>
            <a:spLocks noGrp="1"/>
          </p:cNvSpPr>
          <p:nvPr>
            <p:ph type="sldNum" sz="quarter" idx="4"/>
          </p:nvPr>
        </p:nvSpPr>
        <p:spPr>
          <a:xfrm>
            <a:off x="9105901"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9" name="TextBox 3">
            <a:extLst>
              <a:ext uri="{FF2B5EF4-FFF2-40B4-BE49-F238E27FC236}">
                <a16:creationId xmlns:a16="http://schemas.microsoft.com/office/drawing/2014/main" id="{4CAD4279-FBF3-4755-ADA6-63C789BE8BA1}"/>
              </a:ext>
            </a:extLst>
          </p:cNvPr>
          <p:cNvSpPr txBox="1">
            <a:spLocks noChangeArrowheads="1"/>
          </p:cNvSpPr>
          <p:nvPr userDrawn="1"/>
        </p:nvSpPr>
        <p:spPr bwMode="white">
          <a:xfrm>
            <a:off x="1215838" y="6476853"/>
            <a:ext cx="4880161" cy="107722"/>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a:r>
              <a:rPr lang="en-US" sz="700" dirty="0">
                <a:solidFill>
                  <a:schemeClr val="tx2"/>
                </a:solidFill>
              </a:rPr>
              <a:t>© </a:t>
            </a:r>
            <a:fld id="{C09C7244-04FA-4945-8501-81AE75998B9F}" type="datetimeyyyy">
              <a:rPr lang="en-US" sz="700" smtClean="0">
                <a:solidFill>
                  <a:schemeClr val="tx2"/>
                </a:solidFill>
              </a:rPr>
              <a:pPr algn="l"/>
              <a:t>2025</a:t>
            </a:fld>
            <a:r>
              <a:rPr lang="en-US" sz="700" dirty="0">
                <a:solidFill>
                  <a:schemeClr val="tx2"/>
                </a:solidFill>
              </a:rPr>
              <a:t>, Amazon Web Services, Inc. or its affiliates. All rights reserved. </a:t>
            </a:r>
            <a:r>
              <a:rPr lang="en-US" sz="700" b="1" dirty="0">
                <a:solidFill>
                  <a:schemeClr val="tx2"/>
                </a:solidFill>
              </a:rPr>
              <a:t>Amazon Confidential and Trademark.</a:t>
            </a:r>
          </a:p>
        </p:txBody>
      </p:sp>
      <p:sp>
        <p:nvSpPr>
          <p:cNvPr id="7" name="Rectangle 6">
            <a:extLst>
              <a:ext uri="{FF2B5EF4-FFF2-40B4-BE49-F238E27FC236}">
                <a16:creationId xmlns:a16="http://schemas.microsoft.com/office/drawing/2014/main" id="{A3CD20FD-3887-D192-195B-10D765B627B3}"/>
              </a:ext>
            </a:extLst>
          </p:cNvPr>
          <p:cNvSpPr/>
          <p:nvPr userDrawn="1"/>
        </p:nvSpPr>
        <p:spPr>
          <a:xfrm>
            <a:off x="0" y="0"/>
            <a:ext cx="80304" cy="6858000"/>
          </a:xfrm>
          <a:prstGeom prst="rect">
            <a:avLst/>
          </a:prstGeom>
          <a:gradFill flip="none" rotWithShape="1">
            <a:gsLst>
              <a:gs pos="0">
                <a:schemeClr val="accent1"/>
              </a:gs>
              <a:gs pos="40000">
                <a:schemeClr val="accent3"/>
              </a:gs>
              <a:gs pos="70000">
                <a:schemeClr val="accent5"/>
              </a:gs>
              <a:gs pos="100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61A2552-38E5-4708-10CE-330ABED993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6596" y="6403069"/>
            <a:ext cx="417466" cy="249648"/>
          </a:xfrm>
          <a:prstGeom prst="rect">
            <a:avLst/>
          </a:prstGeom>
        </p:spPr>
      </p:pic>
    </p:spTree>
    <p:extLst>
      <p:ext uri="{BB962C8B-B14F-4D97-AF65-F5344CB8AC3E}">
        <p14:creationId xmlns:p14="http://schemas.microsoft.com/office/powerpoint/2010/main" val="2257092076"/>
      </p:ext>
    </p:extLst>
  </p:cSld>
  <p:clrMap bg1="lt1" tx1="dk1" bg2="lt2" tx2="dk2" accent1="accent1" accent2="accent2" accent3="accent3" accent4="accent4" accent5="accent5" accent6="accent6" hlink="hlink" folHlink="folHlink"/>
  <p:transition>
    <p:fade/>
  </p:transition>
  <p:hf hdr="0" ftr="0" dt="0"/>
  <p:txStyles>
    <p:titleStyle>
      <a:lvl1pPr algn="l" defTabSz="914400" rtl="0" eaLnBrk="1" latinLnBrk="0" hangingPunct="1">
        <a:lnSpc>
          <a:spcPct val="90000"/>
        </a:lnSpc>
        <a:spcBef>
          <a:spcPct val="0"/>
        </a:spcBef>
        <a:buNone/>
        <a:defRPr sz="4000" b="1" kern="1200" spc="0" baseline="0">
          <a:solidFill>
            <a:schemeClr val="tx1"/>
          </a:solidFill>
          <a:latin typeface="+mj-lt"/>
          <a:ea typeface="+mj-ea"/>
          <a:cs typeface="+mj-cs"/>
        </a:defRPr>
      </a:lvl1pPr>
    </p:titleStyle>
    <p:bodyStyle>
      <a:lvl1pPr marL="285750" indent="-28575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tabLst/>
        <a:defRPr sz="2400" kern="1200">
          <a:solidFill>
            <a:schemeClr val="tx1"/>
          </a:solidFill>
          <a:latin typeface="+mn-lt"/>
          <a:ea typeface="+mn-ea"/>
          <a:cs typeface="+mn-cs"/>
        </a:defRPr>
      </a:lvl1pPr>
      <a:lvl2pPr marL="573088" indent="-344488"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tabLst/>
        <a:defRPr sz="2400" kern="1200">
          <a:solidFill>
            <a:schemeClr val="tx1"/>
          </a:solidFill>
          <a:latin typeface="+mn-lt"/>
          <a:ea typeface="+mn-ea"/>
          <a:cs typeface="+mn-cs"/>
        </a:defRPr>
      </a:lvl2pPr>
      <a:lvl3pPr marL="641350" indent="-409575"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 userDrawn="1">
          <p15:clr>
            <a:srgbClr val="F26B43"/>
          </p15:clr>
        </p15:guide>
        <p15:guide id="4" orient="horz" pos="3912">
          <p15:clr>
            <a:srgbClr val="F26B43"/>
          </p15:clr>
        </p15:guide>
        <p15:guide id="5" pos="264" userDrawn="1">
          <p15:clr>
            <a:srgbClr val="F26B43"/>
          </p15:clr>
        </p15:guide>
        <p15:guide id="6" pos="7464" userDrawn="1">
          <p15:clr>
            <a:srgbClr val="F26B43"/>
          </p15:clr>
        </p15:guide>
        <p15:guide id="7" orient="horz" pos="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CCEABC0-4D9B-4F84-9C7F-2B0BE8033B97}"/>
              </a:ext>
            </a:extLst>
          </p:cNvPr>
          <p:cNvSpPr>
            <a:spLocks noGrp="1"/>
          </p:cNvSpPr>
          <p:nvPr>
            <p:ph type="sldNum" sz="quarter" idx="4"/>
          </p:nvPr>
        </p:nvSpPr>
        <p:spPr>
          <a:xfrm>
            <a:off x="9105900" y="6348151"/>
            <a:ext cx="2743200" cy="365125"/>
          </a:xfrm>
          <a:prstGeom prst="rect">
            <a:avLst/>
          </a:prstGeo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a:t>
            </a:fld>
            <a:endParaRPr lang="en-US"/>
          </a:p>
        </p:txBody>
      </p:sp>
      <p:sp>
        <p:nvSpPr>
          <p:cNvPr id="9" name="TextBox 3">
            <a:extLst>
              <a:ext uri="{FF2B5EF4-FFF2-40B4-BE49-F238E27FC236}">
                <a16:creationId xmlns:a16="http://schemas.microsoft.com/office/drawing/2014/main" id="{4CAD4279-FBF3-4755-ADA6-63C789BE8BA1}"/>
              </a:ext>
            </a:extLst>
          </p:cNvPr>
          <p:cNvSpPr txBox="1">
            <a:spLocks noChangeArrowheads="1"/>
          </p:cNvSpPr>
          <p:nvPr userDrawn="1"/>
        </p:nvSpPr>
        <p:spPr bwMode="white">
          <a:xfrm>
            <a:off x="1215838" y="6476853"/>
            <a:ext cx="4570840" cy="107722"/>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a:r>
              <a:rPr lang="en-US" sz="700" dirty="0">
                <a:solidFill>
                  <a:schemeClr val="tx2"/>
                </a:solidFill>
              </a:rPr>
              <a:t>© </a:t>
            </a:r>
            <a:fld id="{C09C7244-04FA-4945-8501-81AE75998B9F}" type="datetimeyyyy">
              <a:rPr lang="en-US" sz="700" smtClean="0">
                <a:solidFill>
                  <a:schemeClr val="tx2"/>
                </a:solidFill>
              </a:rPr>
              <a:pPr algn="l"/>
              <a:t>2025</a:t>
            </a:fld>
            <a:r>
              <a:rPr lang="en-US" sz="700" dirty="0">
                <a:solidFill>
                  <a:schemeClr val="tx2"/>
                </a:solidFill>
              </a:rPr>
              <a:t>, Amazon Web Services, Inc. or its affiliates. All rights reserved. </a:t>
            </a:r>
            <a:r>
              <a:rPr lang="en-US" sz="700" b="1" dirty="0">
                <a:solidFill>
                  <a:schemeClr val="tx2"/>
                </a:solidFill>
              </a:rPr>
              <a:t>Amazon Confidential and Trademark.</a:t>
            </a:r>
          </a:p>
        </p:txBody>
      </p:sp>
      <p:sp>
        <p:nvSpPr>
          <p:cNvPr id="8" name="Rectangle 7">
            <a:extLst>
              <a:ext uri="{FF2B5EF4-FFF2-40B4-BE49-F238E27FC236}">
                <a16:creationId xmlns:a16="http://schemas.microsoft.com/office/drawing/2014/main" id="{8C043B4F-E335-D57A-3E25-25F0F5F04021}"/>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5" name="Title Placeholder 1">
            <a:extLst>
              <a:ext uri="{FF2B5EF4-FFF2-40B4-BE49-F238E27FC236}">
                <a16:creationId xmlns:a16="http://schemas.microsoft.com/office/drawing/2014/main" id="{4DFFD08F-49D6-8825-ABAB-CF8590FC67EC}"/>
              </a:ext>
            </a:extLst>
          </p:cNvPr>
          <p:cNvSpPr>
            <a:spLocks noGrp="1"/>
          </p:cNvSpPr>
          <p:nvPr>
            <p:ph type="title"/>
          </p:nvPr>
        </p:nvSpPr>
        <p:spPr>
          <a:xfrm>
            <a:off x="425038" y="355015"/>
            <a:ext cx="11430001" cy="638175"/>
          </a:xfrm>
          <a:prstGeom prst="rect">
            <a:avLst/>
          </a:prstGeom>
        </p:spPr>
        <p:txBody>
          <a:bodyPr vert="horz" lIns="0" tIns="45720" rIns="0" bIns="45720" rtlCol="0" anchor="t">
            <a:noAutofit/>
          </a:bodyPr>
          <a:lstStyle/>
          <a:p>
            <a:r>
              <a:rPr lang="en-US" dirty="0"/>
              <a:t>Click to edit Master title style</a:t>
            </a:r>
          </a:p>
        </p:txBody>
      </p:sp>
      <p:sp>
        <p:nvSpPr>
          <p:cNvPr id="26" name="Text Placeholder 2">
            <a:extLst>
              <a:ext uri="{FF2B5EF4-FFF2-40B4-BE49-F238E27FC236}">
                <a16:creationId xmlns:a16="http://schemas.microsoft.com/office/drawing/2014/main" id="{6BF5023C-9DDF-2272-283E-FA3171F1D1CA}"/>
              </a:ext>
            </a:extLst>
          </p:cNvPr>
          <p:cNvSpPr>
            <a:spLocks noGrp="1"/>
          </p:cNvSpPr>
          <p:nvPr>
            <p:ph type="body" idx="1"/>
          </p:nvPr>
        </p:nvSpPr>
        <p:spPr>
          <a:xfrm>
            <a:off x="425038" y="1384288"/>
            <a:ext cx="11430001" cy="2049792"/>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129C534B-A3FE-9853-E9CE-2271CF0D77A2}"/>
              </a:ext>
            </a:extLst>
          </p:cNvPr>
          <p:cNvPicPr>
            <a:picLocks noChangeAspect="1"/>
          </p:cNvPicPr>
          <p:nvPr userDrawn="1"/>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419100" y="6428661"/>
            <a:ext cx="388818" cy="232516"/>
          </a:xfrm>
          <a:prstGeom prst="rect">
            <a:avLst/>
          </a:prstGeom>
        </p:spPr>
      </p:pic>
    </p:spTree>
    <p:extLst>
      <p:ext uri="{BB962C8B-B14F-4D97-AF65-F5344CB8AC3E}">
        <p14:creationId xmlns:p14="http://schemas.microsoft.com/office/powerpoint/2010/main" val="3330531185"/>
      </p:ext>
    </p:extLst>
  </p:cSld>
  <p:clrMap bg1="dk1" tx1="lt1" bg2="dk2" tx2="lt2" accent1="accent1" accent2="accent2" accent3="accent3" accent4="accent4" accent5="accent5" accent6="accent6" hlink="hlink" folHlink="folHlink"/>
  <p:sldLayoutIdLst>
    <p:sldLayoutId id="2147483875"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 id="2147483889" r:id="rId12"/>
    <p:sldLayoutId id="2147483890" r:id="rId13"/>
    <p:sldLayoutId id="2147483891" r:id="rId14"/>
    <p:sldLayoutId id="2147483892" r:id="rId15"/>
    <p:sldLayoutId id="2147483893" r:id="rId16"/>
    <p:sldLayoutId id="2147483894" r:id="rId17"/>
    <p:sldLayoutId id="2147483895" r:id="rId18"/>
    <p:sldLayoutId id="2147483896" r:id="rId19"/>
    <p:sldLayoutId id="2147483897" r:id="rId20"/>
    <p:sldLayoutId id="2147483898" r:id="rId21"/>
    <p:sldLayoutId id="2147483899" r:id="rId22"/>
    <p:sldLayoutId id="2147483938" r:id="rId23"/>
    <p:sldLayoutId id="2147483900" r:id="rId24"/>
    <p:sldLayoutId id="2147483901" r:id="rId25"/>
    <p:sldLayoutId id="2147483902" r:id="rId26"/>
    <p:sldLayoutId id="2147483903" r:id="rId27"/>
    <p:sldLayoutId id="2147483904" r:id="rId28"/>
    <p:sldLayoutId id="2147483905" r:id="rId29"/>
    <p:sldLayoutId id="2147483906" r:id="rId30"/>
    <p:sldLayoutId id="2147483907" r:id="rId31"/>
    <p:sldLayoutId id="2147483908" r:id="rId32"/>
    <p:sldLayoutId id="2147483909" r:id="rId33"/>
    <p:sldLayoutId id="2147483910" r:id="rId34"/>
    <p:sldLayoutId id="2147483911" r:id="rId35"/>
    <p:sldLayoutId id="2147483912" r:id="rId36"/>
    <p:sldLayoutId id="2147483913" r:id="rId37"/>
    <p:sldLayoutId id="2147483914" r:id="rId38"/>
    <p:sldLayoutId id="2147483915" r:id="rId39"/>
    <p:sldLayoutId id="2147483916" r:id="rId40"/>
    <p:sldLayoutId id="2147483917" r:id="rId41"/>
    <p:sldLayoutId id="2147483918" r:id="rId42"/>
    <p:sldLayoutId id="2147483919" r:id="rId43"/>
    <p:sldLayoutId id="2147483920" r:id="rId44"/>
    <p:sldLayoutId id="2147483921" r:id="rId45"/>
    <p:sldLayoutId id="2147483922" r:id="rId46"/>
    <p:sldLayoutId id="2147483923" r:id="rId47"/>
    <p:sldLayoutId id="2147483924" r:id="rId48"/>
    <p:sldLayoutId id="2147483925" r:id="rId49"/>
    <p:sldLayoutId id="2147483813" r:id="rId50"/>
  </p:sldLayoutIdLst>
  <p:transition>
    <p:fade/>
  </p:transition>
  <p:hf hdr="0" ftr="0" dt="0"/>
  <p:txStyles>
    <p:titleStyle>
      <a:lvl1pPr algn="l" defTabSz="914400" rtl="0" eaLnBrk="1" latinLnBrk="0" hangingPunct="1">
        <a:lnSpc>
          <a:spcPct val="90000"/>
        </a:lnSpc>
        <a:spcBef>
          <a:spcPct val="0"/>
        </a:spcBef>
        <a:buNone/>
        <a:defRPr sz="4000" b="1" kern="1200" spc="0" baseline="0">
          <a:solidFill>
            <a:schemeClr val="tx1"/>
          </a:solidFill>
          <a:latin typeface="+mj-lt"/>
          <a:ea typeface="+mj-ea"/>
          <a:cs typeface="+mj-cs"/>
        </a:defRPr>
      </a:lvl1pPr>
    </p:titleStyle>
    <p:bodyStyle>
      <a:lvl1pPr marL="285750" indent="-28575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tabLst/>
        <a:defRPr sz="2400" kern="1200">
          <a:solidFill>
            <a:schemeClr val="tx1"/>
          </a:solidFill>
          <a:latin typeface="+mn-lt"/>
          <a:ea typeface="+mn-ea"/>
          <a:cs typeface="+mn-cs"/>
        </a:defRPr>
      </a:lvl1pPr>
      <a:lvl2pPr marL="573088" indent="-344488"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tabLst/>
        <a:defRPr sz="2400" kern="1200">
          <a:solidFill>
            <a:schemeClr val="tx1"/>
          </a:solidFill>
          <a:latin typeface="+mn-lt"/>
          <a:ea typeface="+mn-ea"/>
          <a:cs typeface="+mn-cs"/>
        </a:defRPr>
      </a:lvl2pPr>
      <a:lvl3pPr marL="641350" indent="-409575"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 userDrawn="1">
          <p15:clr>
            <a:srgbClr val="F26B43"/>
          </p15:clr>
        </p15:guide>
        <p15:guide id="4" orient="horz" pos="3912">
          <p15:clr>
            <a:srgbClr val="F26B43"/>
          </p15:clr>
        </p15:guide>
        <p15:guide id="5" pos="264" userDrawn="1">
          <p15:clr>
            <a:srgbClr val="F26B43"/>
          </p15:clr>
        </p15:guide>
        <p15:guide id="6" pos="7464" userDrawn="1">
          <p15:clr>
            <a:srgbClr val="F26B43"/>
          </p15:clr>
        </p15:guide>
        <p15:guide id="7" orient="horz" pos="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svg"/><Relationship Id="rId12" Type="http://schemas.openxmlformats.org/officeDocument/2006/relationships/image" Target="../media/image27.sv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7.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4.png"/><Relationship Id="rId18" Type="http://schemas.openxmlformats.org/officeDocument/2006/relationships/image" Target="../media/image37.svg"/><Relationship Id="rId26" Type="http://schemas.openxmlformats.org/officeDocument/2006/relationships/image" Target="../media/image43.svg"/><Relationship Id="rId3" Type="http://schemas.openxmlformats.org/officeDocument/2006/relationships/image" Target="../media/image28.png"/><Relationship Id="rId21" Type="http://schemas.openxmlformats.org/officeDocument/2006/relationships/image" Target="../media/image23.png"/><Relationship Id="rId7" Type="http://schemas.openxmlformats.org/officeDocument/2006/relationships/image" Target="../media/image26.png"/><Relationship Id="rId12" Type="http://schemas.openxmlformats.org/officeDocument/2006/relationships/image" Target="../media/image33.svg"/><Relationship Id="rId17" Type="http://schemas.openxmlformats.org/officeDocument/2006/relationships/image" Target="../media/image36.png"/><Relationship Id="rId25" Type="http://schemas.openxmlformats.org/officeDocument/2006/relationships/image" Target="../media/image42.png"/><Relationship Id="rId2" Type="http://schemas.openxmlformats.org/officeDocument/2006/relationships/notesSlide" Target="../notesSlides/notesSlide4.xml"/><Relationship Id="rId16" Type="http://schemas.openxmlformats.org/officeDocument/2006/relationships/image" Target="../media/image22.svg"/><Relationship Id="rId20" Type="http://schemas.openxmlformats.org/officeDocument/2006/relationships/image" Target="../media/image39.svg"/><Relationship Id="rId1" Type="http://schemas.openxmlformats.org/officeDocument/2006/relationships/slideLayout" Target="../slideLayouts/slideLayout17.xml"/><Relationship Id="rId6" Type="http://schemas.openxmlformats.org/officeDocument/2006/relationships/image" Target="../media/image31.svg"/><Relationship Id="rId11" Type="http://schemas.openxmlformats.org/officeDocument/2006/relationships/image" Target="../media/image32.png"/><Relationship Id="rId24" Type="http://schemas.openxmlformats.org/officeDocument/2006/relationships/image" Target="../media/image41.svg"/><Relationship Id="rId5" Type="http://schemas.openxmlformats.org/officeDocument/2006/relationships/image" Target="../media/image30.png"/><Relationship Id="rId15" Type="http://schemas.openxmlformats.org/officeDocument/2006/relationships/image" Target="../media/image21.png"/><Relationship Id="rId23" Type="http://schemas.openxmlformats.org/officeDocument/2006/relationships/image" Target="../media/image40.png"/><Relationship Id="rId10" Type="http://schemas.openxmlformats.org/officeDocument/2006/relationships/image" Target="../media/image20.svg"/><Relationship Id="rId19" Type="http://schemas.openxmlformats.org/officeDocument/2006/relationships/image" Target="../media/image38.png"/><Relationship Id="rId4" Type="http://schemas.openxmlformats.org/officeDocument/2006/relationships/image" Target="../media/image29.svg"/><Relationship Id="rId9" Type="http://schemas.openxmlformats.org/officeDocument/2006/relationships/image" Target="../media/image19.png"/><Relationship Id="rId14" Type="http://schemas.openxmlformats.org/officeDocument/2006/relationships/image" Target="../media/image35.svg"/><Relationship Id="rId22" Type="http://schemas.openxmlformats.org/officeDocument/2006/relationships/image" Target="../media/image2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ACBCD-D468-40CF-8BE8-B92AF139630C}"/>
              </a:ext>
            </a:extLst>
          </p:cNvPr>
          <p:cNvSpPr>
            <a:spLocks noGrp="1"/>
          </p:cNvSpPr>
          <p:nvPr>
            <p:ph type="title"/>
          </p:nvPr>
        </p:nvSpPr>
        <p:spPr>
          <a:xfrm>
            <a:off x="426595" y="2535348"/>
            <a:ext cx="9947115" cy="1865508"/>
          </a:xfrm>
        </p:spPr>
        <p:txBody>
          <a:bodyPr/>
          <a:lstStyle/>
          <a:p>
            <a:r>
              <a:rPr lang="en-US" dirty="0"/>
              <a:t>Generative AI-Powered Mobile App for Personalized Healthcare and Insurance Management</a:t>
            </a:r>
          </a:p>
        </p:txBody>
      </p:sp>
      <p:sp>
        <p:nvSpPr>
          <p:cNvPr id="7" name="Slide Number Placeholder 6">
            <a:extLst>
              <a:ext uri="{FF2B5EF4-FFF2-40B4-BE49-F238E27FC236}">
                <a16:creationId xmlns:a16="http://schemas.microsoft.com/office/drawing/2014/main" id="{1391BC9D-9385-4A50-A037-892A9ECECBC5}"/>
              </a:ext>
            </a:extLst>
          </p:cNvPr>
          <p:cNvSpPr>
            <a:spLocks noGrp="1"/>
          </p:cNvSpPr>
          <p:nvPr>
            <p:ph type="sldNum" sz="quarter" idx="4"/>
          </p:nvPr>
        </p:nvSpPr>
        <p:spPr/>
        <p:txBody>
          <a:bodyPr/>
          <a:lstStyle/>
          <a:p>
            <a:fld id="{DC503246-BBCE-4F0A-BCDC-08FC4C52637D}" type="slidenum">
              <a:rPr lang="en-US" smtClean="0"/>
              <a:pPr/>
              <a:t>1</a:t>
            </a:fld>
            <a:endParaRPr lang="en-US" dirty="0"/>
          </a:p>
        </p:txBody>
      </p:sp>
      <p:sp>
        <p:nvSpPr>
          <p:cNvPr id="4" name="TextBox 3">
            <a:extLst>
              <a:ext uri="{FF2B5EF4-FFF2-40B4-BE49-F238E27FC236}">
                <a16:creationId xmlns:a16="http://schemas.microsoft.com/office/drawing/2014/main" id="{B43D8532-069B-F27D-B87B-1CD5D890EEFB}"/>
              </a:ext>
            </a:extLst>
          </p:cNvPr>
          <p:cNvSpPr txBox="1"/>
          <p:nvPr/>
        </p:nvSpPr>
        <p:spPr>
          <a:xfrm>
            <a:off x="426595" y="4928081"/>
            <a:ext cx="3747822" cy="1200329"/>
          </a:xfrm>
          <a:prstGeom prst="rect">
            <a:avLst/>
          </a:prstGeom>
          <a:noFill/>
        </p:spPr>
        <p:txBody>
          <a:bodyPr wrap="none" lIns="0" rIns="0" rtlCol="0">
            <a:spAutoFit/>
          </a:bodyPr>
          <a:lstStyle/>
          <a:p>
            <a:pPr algn="ctr"/>
            <a:r>
              <a:rPr lang="en-US" sz="3600" b="1" dirty="0"/>
              <a:t>Shubham Purwar</a:t>
            </a:r>
          </a:p>
          <a:p>
            <a:pPr algn="ctr"/>
            <a:r>
              <a:rPr lang="en-US" sz="3600" b="1" dirty="0"/>
              <a:t>2023da04350</a:t>
            </a:r>
          </a:p>
        </p:txBody>
      </p:sp>
    </p:spTree>
    <p:extLst>
      <p:ext uri="{BB962C8B-B14F-4D97-AF65-F5344CB8AC3E}">
        <p14:creationId xmlns:p14="http://schemas.microsoft.com/office/powerpoint/2010/main" val="98976997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F813F2-61AC-4D63-91B7-286882E446E9}"/>
              </a:ext>
            </a:extLst>
          </p:cNvPr>
          <p:cNvSpPr>
            <a:spLocks noGrp="1"/>
          </p:cNvSpPr>
          <p:nvPr>
            <p:ph type="body" sz="quarter" idx="10"/>
          </p:nvPr>
        </p:nvSpPr>
        <p:spPr>
          <a:xfrm>
            <a:off x="425038" y="1365662"/>
            <a:ext cx="11430000" cy="4010329"/>
          </a:xfrm>
        </p:spPr>
        <p:txBody>
          <a:bodyPr/>
          <a:lstStyle/>
          <a:p>
            <a:pPr marL="342900" indent="-342900">
              <a:buFont typeface="Arial" panose="020B0604020202020204" pitchFamily="34" charset="0"/>
              <a:buChar char="•"/>
            </a:pPr>
            <a:r>
              <a:rPr lang="en-US" dirty="0"/>
              <a:t>Overview of </a:t>
            </a:r>
            <a:r>
              <a:rPr lang="en-US" dirty="0" err="1"/>
              <a:t>HealthAssist</a:t>
            </a:r>
            <a:endParaRPr lang="en-US" dirty="0"/>
          </a:p>
          <a:p>
            <a:pPr marL="342900" indent="-342900">
              <a:buFont typeface="Arial" panose="020B0604020202020204" pitchFamily="34" charset="0"/>
              <a:buChar char="•"/>
            </a:pPr>
            <a:r>
              <a:rPr lang="en-US" dirty="0"/>
              <a:t>Technology Stack</a:t>
            </a:r>
          </a:p>
          <a:p>
            <a:pPr marL="342900" indent="-342900">
              <a:buFont typeface="Arial" panose="020B0604020202020204" pitchFamily="34" charset="0"/>
              <a:buChar char="•"/>
            </a:pPr>
            <a:r>
              <a:rPr lang="en-US" dirty="0"/>
              <a:t>Architecture</a:t>
            </a:r>
          </a:p>
          <a:p>
            <a:pPr marL="342900" indent="-342900">
              <a:buFont typeface="Arial" panose="020B0604020202020204" pitchFamily="34" charset="0"/>
              <a:buChar char="•"/>
            </a:pPr>
            <a:r>
              <a:rPr lang="en-US" dirty="0"/>
              <a:t>Implementation &amp; Achievement</a:t>
            </a:r>
          </a:p>
          <a:p>
            <a:pPr marL="342900" indent="-342900">
              <a:buFont typeface="Arial" panose="020B0604020202020204" pitchFamily="34" charset="0"/>
              <a:buChar char="•"/>
            </a:pPr>
            <a:r>
              <a:rPr lang="en-US" dirty="0"/>
              <a:t>Future Work &amp; Conclusion</a:t>
            </a:r>
          </a:p>
          <a:p>
            <a:pPr marL="342900" indent="-342900">
              <a:buFont typeface="Arial" panose="020B0604020202020204" pitchFamily="34" charset="0"/>
              <a:buChar char="•"/>
            </a:pPr>
            <a:r>
              <a:rPr lang="en-US" dirty="0"/>
              <a:t>Summary</a:t>
            </a:r>
          </a:p>
        </p:txBody>
      </p:sp>
      <p:sp>
        <p:nvSpPr>
          <p:cNvPr id="3" name="Title 2">
            <a:extLst>
              <a:ext uri="{FF2B5EF4-FFF2-40B4-BE49-F238E27FC236}">
                <a16:creationId xmlns:a16="http://schemas.microsoft.com/office/drawing/2014/main" id="{93B11538-685B-4D67-BF08-CBD0D44AF636}"/>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1CB6587B-70C7-47AB-8BB0-55890288B06E}"/>
              </a:ext>
            </a:extLst>
          </p:cNvPr>
          <p:cNvSpPr>
            <a:spLocks noGrp="1"/>
          </p:cNvSpPr>
          <p:nvPr>
            <p:ph type="sldNum" sz="quarter" idx="13"/>
          </p:nvPr>
        </p:nvSpPr>
        <p:spPr/>
        <p:txBody>
          <a:bodyPr/>
          <a:lstStyle/>
          <a:p>
            <a:fld id="{DC503246-BBCE-4F0A-BCDC-08FC4C52637D}" type="slidenum">
              <a:rPr lang="en-US" smtClean="0"/>
              <a:pPr/>
              <a:t>2</a:t>
            </a:fld>
            <a:endParaRPr lang="en-US"/>
          </a:p>
        </p:txBody>
      </p:sp>
    </p:spTree>
    <p:extLst>
      <p:ext uri="{BB962C8B-B14F-4D97-AF65-F5344CB8AC3E}">
        <p14:creationId xmlns:p14="http://schemas.microsoft.com/office/powerpoint/2010/main" val="359275651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D5C88B-1AB3-239E-7DA9-CAC013593DB4}"/>
              </a:ext>
            </a:extLst>
          </p:cNvPr>
          <p:cNvSpPr>
            <a:spLocks noGrp="1"/>
          </p:cNvSpPr>
          <p:nvPr>
            <p:ph type="body" sz="quarter" idx="10"/>
          </p:nvPr>
        </p:nvSpPr>
        <p:spPr>
          <a:xfrm>
            <a:off x="425038" y="1365662"/>
            <a:ext cx="11430000" cy="5001369"/>
          </a:xfrm>
        </p:spPr>
        <p:txBody>
          <a:bodyPr/>
          <a:lstStyle/>
          <a:p>
            <a:r>
              <a:rPr lang="en-IN" sz="2000" dirty="0"/>
              <a:t>• Problem: Fragmented medical &amp; insurance records</a:t>
            </a:r>
          </a:p>
          <a:p>
            <a:r>
              <a:rPr lang="en-IN" sz="2000" dirty="0"/>
              <a:t>• Solution: AI-powered app with RAG for personalized healthcare management</a:t>
            </a:r>
          </a:p>
          <a:p>
            <a:r>
              <a:rPr lang="en-IN" sz="2000" dirty="0"/>
              <a:t>• Objectives (100% Achieved):</a:t>
            </a:r>
          </a:p>
          <a:p>
            <a:r>
              <a:rPr lang="en-IN" sz="2000" dirty="0"/>
              <a:t>   - Scalable cloud-native architecture</a:t>
            </a:r>
          </a:p>
          <a:p>
            <a:r>
              <a:rPr lang="en-IN" sz="2000" dirty="0"/>
              <a:t>   - Secure data ingestion pipeline</a:t>
            </a:r>
          </a:p>
          <a:p>
            <a:r>
              <a:rPr lang="en-IN" sz="2000" dirty="0"/>
              <a:t>   - Vector embeddings via Amazon Bedrock</a:t>
            </a:r>
          </a:p>
          <a:p>
            <a:r>
              <a:rPr lang="en-IN" sz="2000" dirty="0"/>
              <a:t>   - RAG pipeline for contextual retrieval</a:t>
            </a:r>
          </a:p>
          <a:p>
            <a:r>
              <a:rPr lang="en-IN" sz="2000" dirty="0"/>
              <a:t>   - Mobile UI</a:t>
            </a:r>
            <a:endParaRPr lang="en-US" sz="2000" dirty="0"/>
          </a:p>
        </p:txBody>
      </p:sp>
      <p:sp>
        <p:nvSpPr>
          <p:cNvPr id="3" name="Title 2">
            <a:extLst>
              <a:ext uri="{FF2B5EF4-FFF2-40B4-BE49-F238E27FC236}">
                <a16:creationId xmlns:a16="http://schemas.microsoft.com/office/drawing/2014/main" id="{72C5A580-6772-D909-4579-553C4323DC4C}"/>
              </a:ext>
            </a:extLst>
          </p:cNvPr>
          <p:cNvSpPr>
            <a:spLocks noGrp="1"/>
          </p:cNvSpPr>
          <p:nvPr>
            <p:ph type="title"/>
          </p:nvPr>
        </p:nvSpPr>
        <p:spPr/>
        <p:txBody>
          <a:bodyPr/>
          <a:lstStyle/>
          <a:p>
            <a:r>
              <a:rPr lang="en-IN" dirty="0"/>
              <a:t>Project Overview &amp; Objectives</a:t>
            </a:r>
            <a:endParaRPr lang="en-US" dirty="0"/>
          </a:p>
        </p:txBody>
      </p:sp>
      <p:sp>
        <p:nvSpPr>
          <p:cNvPr id="4" name="Slide Number Placeholder 3">
            <a:extLst>
              <a:ext uri="{FF2B5EF4-FFF2-40B4-BE49-F238E27FC236}">
                <a16:creationId xmlns:a16="http://schemas.microsoft.com/office/drawing/2014/main" id="{9A6CD916-E207-0E06-704A-A39EA1F890C7}"/>
              </a:ext>
            </a:extLst>
          </p:cNvPr>
          <p:cNvSpPr>
            <a:spLocks noGrp="1"/>
          </p:cNvSpPr>
          <p:nvPr>
            <p:ph type="sldNum" sz="quarter" idx="13"/>
          </p:nvPr>
        </p:nvSpPr>
        <p:spPr/>
        <p:txBody>
          <a:bodyPr/>
          <a:lstStyle/>
          <a:p>
            <a:fld id="{DC503246-BBCE-4F0A-BCDC-08FC4C52637D}" type="slidenum">
              <a:rPr lang="en-US" smtClean="0"/>
              <a:pPr/>
              <a:t>3</a:t>
            </a:fld>
            <a:endParaRPr lang="en-US"/>
          </a:p>
        </p:txBody>
      </p:sp>
    </p:spTree>
    <p:extLst>
      <p:ext uri="{BB962C8B-B14F-4D97-AF65-F5344CB8AC3E}">
        <p14:creationId xmlns:p14="http://schemas.microsoft.com/office/powerpoint/2010/main" val="18307924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55125F7-48A9-5DF1-6FD1-56A368B439C3}"/>
              </a:ext>
            </a:extLst>
          </p:cNvPr>
          <p:cNvSpPr>
            <a:spLocks noGrp="1"/>
          </p:cNvSpPr>
          <p:nvPr>
            <p:ph type="sldNum" sz="quarter" idx="4"/>
          </p:nvPr>
        </p:nvSpPr>
        <p:spPr>
          <a:xfrm>
            <a:off x="9105901" y="6348151"/>
            <a:ext cx="2743200" cy="365125"/>
          </a:xfr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4</a:t>
            </a:fld>
            <a:endParaRPr lang="en-US"/>
          </a:p>
        </p:txBody>
      </p:sp>
      <p:sp>
        <p:nvSpPr>
          <p:cNvPr id="8" name="Title 9">
            <a:extLst>
              <a:ext uri="{FF2B5EF4-FFF2-40B4-BE49-F238E27FC236}">
                <a16:creationId xmlns:a16="http://schemas.microsoft.com/office/drawing/2014/main" id="{B70E4699-1FDC-4DEC-B4A2-98FB82BBC1CF}"/>
              </a:ext>
            </a:extLst>
          </p:cNvPr>
          <p:cNvSpPr>
            <a:spLocks noGrp="1"/>
          </p:cNvSpPr>
          <p:nvPr>
            <p:ph type="title"/>
          </p:nvPr>
        </p:nvSpPr>
        <p:spPr>
          <a:xfrm>
            <a:off x="425038" y="355015"/>
            <a:ext cx="11424061" cy="638175"/>
          </a:xfrm>
        </p:spPr>
        <p:txBody>
          <a:bodyPr/>
          <a:lstStyle/>
          <a:p>
            <a:r>
              <a:rPr lang="en-US" sz="3600" dirty="0"/>
              <a:t>Managing Medical Documents with Generative AI</a:t>
            </a:r>
          </a:p>
        </p:txBody>
      </p:sp>
      <p:sp>
        <p:nvSpPr>
          <p:cNvPr id="4" name="TextBox 3">
            <a:extLst>
              <a:ext uri="{FF2B5EF4-FFF2-40B4-BE49-F238E27FC236}">
                <a16:creationId xmlns:a16="http://schemas.microsoft.com/office/drawing/2014/main" id="{2C4B480E-2953-F5D4-B613-2441F994627C}"/>
              </a:ext>
            </a:extLst>
          </p:cNvPr>
          <p:cNvSpPr txBox="1"/>
          <p:nvPr/>
        </p:nvSpPr>
        <p:spPr>
          <a:xfrm>
            <a:off x="777765" y="1303283"/>
            <a:ext cx="10762593" cy="4524315"/>
          </a:xfrm>
          <a:prstGeom prst="rect">
            <a:avLst/>
          </a:prstGeom>
          <a:noFill/>
        </p:spPr>
        <p:txBody>
          <a:bodyPr wrap="square" lIns="0" rIns="0" rtlCol="0">
            <a:spAutoFit/>
          </a:bodyPr>
          <a:lstStyle/>
          <a:p>
            <a:r>
              <a:rPr lang="en-US" sz="3200" dirty="0"/>
              <a:t>People receive and discard hundreds of medical documents throughout their lifetime, creating challenges in storing, organizing, and retrieving crucial healthcare information. Traditional methods are often inefficient, leading to lost or hard-to-find documents. Generative AI offers a solution by allowing individuals to access their personal healthcare data through natural language questions, making information management effortless and empowering better health control.</a:t>
            </a:r>
          </a:p>
        </p:txBody>
      </p:sp>
    </p:spTree>
    <p:extLst>
      <p:ext uri="{BB962C8B-B14F-4D97-AF65-F5344CB8AC3E}">
        <p14:creationId xmlns:p14="http://schemas.microsoft.com/office/powerpoint/2010/main" val="27577359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55125F7-48A9-5DF1-6FD1-56A368B439C3}"/>
              </a:ext>
            </a:extLst>
          </p:cNvPr>
          <p:cNvSpPr>
            <a:spLocks noGrp="1"/>
          </p:cNvSpPr>
          <p:nvPr>
            <p:ph type="sldNum" sz="quarter" idx="4"/>
          </p:nvPr>
        </p:nvSpPr>
        <p:spPr>
          <a:xfrm>
            <a:off x="9105901" y="6348151"/>
            <a:ext cx="2743200" cy="365125"/>
          </a:xfrm>
        </p:spPr>
        <p:txBody>
          <a:bodyPr vert="horz" lIns="0" tIns="0" rIns="0" bIns="0" rtlCol="0" anchor="ctr"/>
          <a:lstStyle>
            <a:lvl1pPr algn="r">
              <a:defRPr sz="1000">
                <a:solidFill>
                  <a:schemeClr val="tx1">
                    <a:tint val="75000"/>
                  </a:schemeClr>
                </a:solidFill>
              </a:defRPr>
            </a:lvl1pPr>
          </a:lstStyle>
          <a:p>
            <a:fld id="{DC503246-BBCE-4F0A-BCDC-08FC4C52637D}" type="slidenum">
              <a:rPr lang="en-US" smtClean="0"/>
              <a:pPr/>
              <a:t>5</a:t>
            </a:fld>
            <a:endParaRPr lang="en-US"/>
          </a:p>
        </p:txBody>
      </p:sp>
      <p:sp>
        <p:nvSpPr>
          <p:cNvPr id="8" name="Title 9">
            <a:extLst>
              <a:ext uri="{FF2B5EF4-FFF2-40B4-BE49-F238E27FC236}">
                <a16:creationId xmlns:a16="http://schemas.microsoft.com/office/drawing/2014/main" id="{B70E4699-1FDC-4DEC-B4A2-98FB82BBC1CF}"/>
              </a:ext>
            </a:extLst>
          </p:cNvPr>
          <p:cNvSpPr>
            <a:spLocks noGrp="1"/>
          </p:cNvSpPr>
          <p:nvPr>
            <p:ph type="title"/>
          </p:nvPr>
        </p:nvSpPr>
        <p:spPr>
          <a:xfrm>
            <a:off x="425038" y="355015"/>
            <a:ext cx="11424061" cy="638175"/>
          </a:xfrm>
        </p:spPr>
        <p:txBody>
          <a:bodyPr/>
          <a:lstStyle/>
          <a:p>
            <a:r>
              <a:rPr lang="en-US" sz="3600" dirty="0"/>
              <a:t>Overview of </a:t>
            </a:r>
            <a:r>
              <a:rPr lang="en-US" sz="3600" dirty="0" err="1"/>
              <a:t>HealthAssist</a:t>
            </a:r>
            <a:endParaRPr lang="en-US" sz="3600" dirty="0"/>
          </a:p>
        </p:txBody>
      </p:sp>
      <p:pic>
        <p:nvPicPr>
          <p:cNvPr id="5" name="Picture 4">
            <a:extLst>
              <a:ext uri="{FF2B5EF4-FFF2-40B4-BE49-F238E27FC236}">
                <a16:creationId xmlns:a16="http://schemas.microsoft.com/office/drawing/2014/main" id="{23A04714-7B74-5CF3-5A66-5D4E02751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969" y="844550"/>
            <a:ext cx="2362200" cy="5168900"/>
          </a:xfrm>
          <a:prstGeom prst="rect">
            <a:avLst/>
          </a:prstGeom>
        </p:spPr>
      </p:pic>
      <p:pic>
        <p:nvPicPr>
          <p:cNvPr id="10" name="Graphic 9" descr="Brain with solid fill">
            <a:extLst>
              <a:ext uri="{FF2B5EF4-FFF2-40B4-BE49-F238E27FC236}">
                <a16:creationId xmlns:a16="http://schemas.microsoft.com/office/drawing/2014/main" id="{676557F3-88C4-64DD-51D6-9FA2260A8D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63099" y="1582177"/>
            <a:ext cx="1242391" cy="1242391"/>
          </a:xfrm>
          <a:prstGeom prst="rect">
            <a:avLst/>
          </a:prstGeom>
        </p:spPr>
      </p:pic>
      <p:sp>
        <p:nvSpPr>
          <p:cNvPr id="11" name="TextBox 10">
            <a:extLst>
              <a:ext uri="{FF2B5EF4-FFF2-40B4-BE49-F238E27FC236}">
                <a16:creationId xmlns:a16="http://schemas.microsoft.com/office/drawing/2014/main" id="{AF924782-5D48-5FEC-0810-CC6430ECFC65}"/>
              </a:ext>
            </a:extLst>
          </p:cNvPr>
          <p:cNvSpPr txBox="1"/>
          <p:nvPr/>
        </p:nvSpPr>
        <p:spPr>
          <a:xfrm>
            <a:off x="5548798" y="2812362"/>
            <a:ext cx="1470991" cy="646331"/>
          </a:xfrm>
          <a:prstGeom prst="rect">
            <a:avLst/>
          </a:prstGeom>
          <a:noFill/>
        </p:spPr>
        <p:txBody>
          <a:bodyPr wrap="square" lIns="0" rIns="0" rtlCol="0">
            <a:spAutoFit/>
          </a:bodyPr>
          <a:lstStyle/>
          <a:p>
            <a:pPr algn="ctr"/>
            <a:r>
              <a:rPr lang="en-US" dirty="0"/>
              <a:t>Key features and benefits</a:t>
            </a:r>
          </a:p>
        </p:txBody>
      </p:sp>
      <p:sp>
        <p:nvSpPr>
          <p:cNvPr id="12" name="TextBox 11">
            <a:extLst>
              <a:ext uri="{FF2B5EF4-FFF2-40B4-BE49-F238E27FC236}">
                <a16:creationId xmlns:a16="http://schemas.microsoft.com/office/drawing/2014/main" id="{E1ECEF4F-CAA1-57B5-1BE7-58FB5589AB0D}"/>
              </a:ext>
            </a:extLst>
          </p:cNvPr>
          <p:cNvSpPr txBox="1"/>
          <p:nvPr/>
        </p:nvSpPr>
        <p:spPr>
          <a:xfrm>
            <a:off x="8283530" y="5149538"/>
            <a:ext cx="1470991" cy="369332"/>
          </a:xfrm>
          <a:prstGeom prst="rect">
            <a:avLst/>
          </a:prstGeom>
          <a:noFill/>
        </p:spPr>
        <p:txBody>
          <a:bodyPr wrap="square" lIns="0" rIns="0" rtlCol="0">
            <a:spAutoFit/>
          </a:bodyPr>
          <a:lstStyle/>
          <a:p>
            <a:pPr algn="ctr"/>
            <a:r>
              <a:rPr lang="en-US" dirty="0"/>
              <a:t>Use cases</a:t>
            </a:r>
          </a:p>
        </p:txBody>
      </p:sp>
      <p:sp>
        <p:nvSpPr>
          <p:cNvPr id="14" name="TextBox 13">
            <a:extLst>
              <a:ext uri="{FF2B5EF4-FFF2-40B4-BE49-F238E27FC236}">
                <a16:creationId xmlns:a16="http://schemas.microsoft.com/office/drawing/2014/main" id="{26F4D793-1529-9AE1-A655-9C92BD955D1D}"/>
              </a:ext>
            </a:extLst>
          </p:cNvPr>
          <p:cNvSpPr txBox="1"/>
          <p:nvPr/>
        </p:nvSpPr>
        <p:spPr>
          <a:xfrm>
            <a:off x="8283530" y="2812362"/>
            <a:ext cx="1470991" cy="369332"/>
          </a:xfrm>
          <a:prstGeom prst="rect">
            <a:avLst/>
          </a:prstGeom>
          <a:noFill/>
        </p:spPr>
        <p:txBody>
          <a:bodyPr wrap="square" lIns="0" rIns="0" rtlCol="0">
            <a:spAutoFit/>
          </a:bodyPr>
          <a:lstStyle/>
          <a:p>
            <a:pPr algn="ctr"/>
            <a:r>
              <a:rPr lang="en-US" dirty="0"/>
              <a:t>Security</a:t>
            </a:r>
          </a:p>
        </p:txBody>
      </p:sp>
      <p:sp>
        <p:nvSpPr>
          <p:cNvPr id="15" name="TextBox 14">
            <a:extLst>
              <a:ext uri="{FF2B5EF4-FFF2-40B4-BE49-F238E27FC236}">
                <a16:creationId xmlns:a16="http://schemas.microsoft.com/office/drawing/2014/main" id="{93B206FE-268C-482B-4A2E-A0F5D4E3B66F}"/>
              </a:ext>
            </a:extLst>
          </p:cNvPr>
          <p:cNvSpPr txBox="1"/>
          <p:nvPr/>
        </p:nvSpPr>
        <p:spPr>
          <a:xfrm>
            <a:off x="5527451" y="5112833"/>
            <a:ext cx="1470991" cy="646331"/>
          </a:xfrm>
          <a:prstGeom prst="rect">
            <a:avLst/>
          </a:prstGeom>
          <a:noFill/>
        </p:spPr>
        <p:txBody>
          <a:bodyPr wrap="square" lIns="0" rIns="0" rtlCol="0">
            <a:spAutoFit/>
          </a:bodyPr>
          <a:lstStyle/>
          <a:p>
            <a:pPr algn="ctr"/>
            <a:r>
              <a:rPr lang="en-US" dirty="0"/>
              <a:t>Resiliency &amp; Scaling</a:t>
            </a:r>
          </a:p>
        </p:txBody>
      </p:sp>
      <p:pic>
        <p:nvPicPr>
          <p:cNvPr id="18" name="Graphic 17">
            <a:extLst>
              <a:ext uri="{FF2B5EF4-FFF2-40B4-BE49-F238E27FC236}">
                <a16:creationId xmlns:a16="http://schemas.microsoft.com/office/drawing/2014/main" id="{0FC7A806-9A0C-EB31-B9B5-5F7C95872D2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561825" y="1746172"/>
            <a:ext cx="914400" cy="914400"/>
          </a:xfrm>
          <a:prstGeom prst="rect">
            <a:avLst/>
          </a:prstGeom>
        </p:spPr>
      </p:pic>
      <p:pic>
        <p:nvPicPr>
          <p:cNvPr id="19" name="Graphic 15">
            <a:extLst>
              <a:ext uri="{FF2B5EF4-FFF2-40B4-BE49-F238E27FC236}">
                <a16:creationId xmlns:a16="http://schemas.microsoft.com/office/drawing/2014/main" id="{8204B2C0-8859-2F31-3CAC-7DFBC4CDA523}"/>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27093" y="3990146"/>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Graphic 22">
            <a:extLst>
              <a:ext uri="{FF2B5EF4-FFF2-40B4-BE49-F238E27FC236}">
                <a16:creationId xmlns:a16="http://schemas.microsoft.com/office/drawing/2014/main" id="{D1BB51D7-077C-0470-E4FC-1334B42A8EA2}"/>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8552604" y="3990146"/>
            <a:ext cx="914400" cy="914400"/>
          </a:xfrm>
          <a:prstGeom prst="rect">
            <a:avLst/>
          </a:prstGeom>
        </p:spPr>
      </p:pic>
    </p:spTree>
    <p:extLst>
      <p:ext uri="{BB962C8B-B14F-4D97-AF65-F5344CB8AC3E}">
        <p14:creationId xmlns:p14="http://schemas.microsoft.com/office/powerpoint/2010/main" val="115985516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55125F7-48A9-5DF1-6FD1-56A368B439C3}"/>
              </a:ext>
            </a:extLst>
          </p:cNvPr>
          <p:cNvSpPr>
            <a:spLocks noGrp="1"/>
          </p:cNvSpPr>
          <p:nvPr>
            <p:ph type="sldNum" sz="quarter" idx="4"/>
          </p:nvPr>
        </p:nvSpPr>
        <p:spPr>
          <a:xfrm>
            <a:off x="9105901" y="6348151"/>
            <a:ext cx="2743200" cy="365125"/>
          </a:xfrm>
        </p:spPr>
        <p:txBody>
          <a:bodyPr vert="horz" lIns="0" tIns="0" rIns="0" bIns="0" rtlCol="0" anchor="ctr"/>
          <a:lstStyle>
            <a:lvl1pPr algn="r">
              <a:defRPr sz="1000">
                <a:solidFill>
                  <a:schemeClr val="tx1">
                    <a:tint val="75000"/>
                  </a:schemeClr>
                </a:solidFill>
              </a:defRPr>
            </a:lvl1pPr>
          </a:lstStyle>
          <a:p>
            <a:r>
              <a:rPr lang="en-US" dirty="0"/>
              <a:t>5</a:t>
            </a:r>
          </a:p>
        </p:txBody>
      </p:sp>
      <p:sp>
        <p:nvSpPr>
          <p:cNvPr id="8" name="Title 9">
            <a:extLst>
              <a:ext uri="{FF2B5EF4-FFF2-40B4-BE49-F238E27FC236}">
                <a16:creationId xmlns:a16="http://schemas.microsoft.com/office/drawing/2014/main" id="{B70E4699-1FDC-4DEC-B4A2-98FB82BBC1CF}"/>
              </a:ext>
            </a:extLst>
          </p:cNvPr>
          <p:cNvSpPr>
            <a:spLocks noGrp="1"/>
          </p:cNvSpPr>
          <p:nvPr>
            <p:ph type="title"/>
          </p:nvPr>
        </p:nvSpPr>
        <p:spPr>
          <a:xfrm>
            <a:off x="425040" y="275005"/>
            <a:ext cx="11424061" cy="638175"/>
          </a:xfrm>
        </p:spPr>
        <p:txBody>
          <a:bodyPr/>
          <a:lstStyle/>
          <a:p>
            <a:r>
              <a:rPr lang="en-US" dirty="0"/>
              <a:t>Technology Stack</a:t>
            </a:r>
          </a:p>
        </p:txBody>
      </p:sp>
      <p:sp>
        <p:nvSpPr>
          <p:cNvPr id="4" name="TextBox 3">
            <a:extLst>
              <a:ext uri="{FF2B5EF4-FFF2-40B4-BE49-F238E27FC236}">
                <a16:creationId xmlns:a16="http://schemas.microsoft.com/office/drawing/2014/main" id="{2C4B480E-2953-F5D4-B613-2441F994627C}"/>
              </a:ext>
            </a:extLst>
          </p:cNvPr>
          <p:cNvSpPr txBox="1"/>
          <p:nvPr/>
        </p:nvSpPr>
        <p:spPr>
          <a:xfrm>
            <a:off x="537210" y="1062990"/>
            <a:ext cx="11311891" cy="1569660"/>
          </a:xfrm>
          <a:prstGeom prst="rect">
            <a:avLst/>
          </a:prstGeom>
          <a:noFill/>
        </p:spPr>
        <p:txBody>
          <a:bodyPr wrap="square" lIns="0" rIns="0" rtlCol="0">
            <a:spAutoFit/>
          </a:bodyPr>
          <a:lstStyle/>
          <a:p>
            <a:r>
              <a:rPr lang="en-US" sz="2400" b="1" dirty="0" err="1">
                <a:solidFill>
                  <a:srgbClr val="7030A0"/>
                </a:solidFill>
              </a:rPr>
              <a:t>HealthAssist</a:t>
            </a:r>
            <a:r>
              <a:rPr lang="en-US" sz="2400" dirty="0"/>
              <a:t> showcases Generative AI and Amazon technologies, offering essential healthcare data management and personalized assistance features.</a:t>
            </a:r>
          </a:p>
          <a:p>
            <a:endParaRPr lang="en-US" sz="2400" dirty="0"/>
          </a:p>
          <a:p>
            <a:endParaRPr lang="en-US" sz="2400" b="1" dirty="0"/>
          </a:p>
        </p:txBody>
      </p:sp>
      <p:cxnSp>
        <p:nvCxnSpPr>
          <p:cNvPr id="5" name="Straight Connector 4">
            <a:extLst>
              <a:ext uri="{FF2B5EF4-FFF2-40B4-BE49-F238E27FC236}">
                <a16:creationId xmlns:a16="http://schemas.microsoft.com/office/drawing/2014/main" id="{D5D191FA-54DE-3461-AA17-6AF46D945201}"/>
              </a:ext>
            </a:extLst>
          </p:cNvPr>
          <p:cNvCxnSpPr>
            <a:cxnSpLocks/>
          </p:cNvCxnSpPr>
          <p:nvPr/>
        </p:nvCxnSpPr>
        <p:spPr>
          <a:xfrm>
            <a:off x="1364061" y="2506190"/>
            <a:ext cx="929584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48316CE-792F-319B-2564-94E2A1B147E4}"/>
              </a:ext>
            </a:extLst>
          </p:cNvPr>
          <p:cNvSpPr>
            <a:spLocks noChangeAspect="1"/>
          </p:cNvSpPr>
          <p:nvPr/>
        </p:nvSpPr>
        <p:spPr>
          <a:xfrm>
            <a:off x="3254830" y="2066880"/>
            <a:ext cx="914400" cy="9144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7" name="Oval 6">
            <a:extLst>
              <a:ext uri="{FF2B5EF4-FFF2-40B4-BE49-F238E27FC236}">
                <a16:creationId xmlns:a16="http://schemas.microsoft.com/office/drawing/2014/main" id="{19522B41-12C6-B6CF-4436-CD5601D122D9}"/>
              </a:ext>
            </a:extLst>
          </p:cNvPr>
          <p:cNvSpPr/>
          <p:nvPr/>
        </p:nvSpPr>
        <p:spPr>
          <a:xfrm>
            <a:off x="5112058" y="2048990"/>
            <a:ext cx="914400" cy="9144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9" name="Oval 8">
            <a:extLst>
              <a:ext uri="{FF2B5EF4-FFF2-40B4-BE49-F238E27FC236}">
                <a16:creationId xmlns:a16="http://schemas.microsoft.com/office/drawing/2014/main" id="{73DDA6D9-7155-3E56-34B6-87F4FED479E6}"/>
              </a:ext>
            </a:extLst>
          </p:cNvPr>
          <p:cNvSpPr/>
          <p:nvPr/>
        </p:nvSpPr>
        <p:spPr>
          <a:xfrm>
            <a:off x="6601514" y="2059200"/>
            <a:ext cx="914400" cy="9144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cxnSp>
        <p:nvCxnSpPr>
          <p:cNvPr id="16" name="Straight Connector 15">
            <a:extLst>
              <a:ext uri="{FF2B5EF4-FFF2-40B4-BE49-F238E27FC236}">
                <a16:creationId xmlns:a16="http://schemas.microsoft.com/office/drawing/2014/main" id="{3B475093-A1BC-42C1-A00A-8A8B96F07F29}"/>
              </a:ext>
            </a:extLst>
          </p:cNvPr>
          <p:cNvCxnSpPr>
            <a:cxnSpLocks/>
            <a:stCxn id="6" idx="4"/>
          </p:cNvCxnSpPr>
          <p:nvPr/>
        </p:nvCxnSpPr>
        <p:spPr>
          <a:xfrm>
            <a:off x="3712030" y="2981280"/>
            <a:ext cx="0" cy="293901"/>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ECBCF60-0D38-C4B7-EB61-3B391403A1F6}"/>
              </a:ext>
            </a:extLst>
          </p:cNvPr>
          <p:cNvCxnSpPr>
            <a:cxnSpLocks/>
            <a:stCxn id="7" idx="4"/>
            <a:endCxn id="25" idx="0"/>
          </p:cNvCxnSpPr>
          <p:nvPr/>
        </p:nvCxnSpPr>
        <p:spPr>
          <a:xfrm flipH="1">
            <a:off x="5556809" y="2963390"/>
            <a:ext cx="12449" cy="1811751"/>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C4FADB-1794-C998-B30E-50C2087BEDD1}"/>
              </a:ext>
            </a:extLst>
          </p:cNvPr>
          <p:cNvCxnSpPr>
            <a:cxnSpLocks/>
            <a:stCxn id="9" idx="4"/>
          </p:cNvCxnSpPr>
          <p:nvPr/>
        </p:nvCxnSpPr>
        <p:spPr>
          <a:xfrm>
            <a:off x="7058714" y="2973600"/>
            <a:ext cx="5715" cy="323221"/>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0F8889B-A703-0925-7218-A358CDCE55F0}"/>
              </a:ext>
            </a:extLst>
          </p:cNvPr>
          <p:cNvSpPr txBox="1"/>
          <p:nvPr/>
        </p:nvSpPr>
        <p:spPr>
          <a:xfrm>
            <a:off x="2766974" y="3392461"/>
            <a:ext cx="2088712" cy="1354217"/>
          </a:xfrm>
          <a:prstGeom prst="rect">
            <a:avLst/>
          </a:prstGeom>
          <a:noFill/>
        </p:spPr>
        <p:txBody>
          <a:bodyPr wrap="none" lIns="0" rIns="0" rtlCol="0">
            <a:spAutoFit/>
          </a:bodyPr>
          <a:lstStyle/>
          <a:p>
            <a:pPr algn="ctr"/>
            <a:r>
              <a:rPr lang="en-US" sz="1800" b="1" dirty="0"/>
              <a:t>Client-Side</a:t>
            </a:r>
          </a:p>
          <a:p>
            <a:pPr algn="ctr"/>
            <a:r>
              <a:rPr lang="en-US" sz="1800" b="1" dirty="0"/>
              <a:t> (React Native App)</a:t>
            </a:r>
          </a:p>
          <a:p>
            <a:pPr algn="ctr"/>
            <a:endParaRPr lang="en-US" sz="1800" b="1" dirty="0"/>
          </a:p>
          <a:p>
            <a:pPr algn="ctr"/>
            <a:endParaRPr lang="en-US" sz="1000" dirty="0"/>
          </a:p>
          <a:p>
            <a:pPr algn="ctr"/>
            <a:endParaRPr lang="en-US" dirty="0" err="1"/>
          </a:p>
        </p:txBody>
      </p:sp>
      <p:cxnSp>
        <p:nvCxnSpPr>
          <p:cNvPr id="24" name="Straight Connector 23">
            <a:extLst>
              <a:ext uri="{FF2B5EF4-FFF2-40B4-BE49-F238E27FC236}">
                <a16:creationId xmlns:a16="http://schemas.microsoft.com/office/drawing/2014/main" id="{F8DBC87C-A78E-EDE8-8267-86069149D1D2}"/>
              </a:ext>
            </a:extLst>
          </p:cNvPr>
          <p:cNvCxnSpPr/>
          <p:nvPr/>
        </p:nvCxnSpPr>
        <p:spPr>
          <a:xfrm>
            <a:off x="3031368" y="4164959"/>
            <a:ext cx="1463040" cy="0"/>
          </a:xfrm>
          <a:prstGeom prst="line">
            <a:avLst/>
          </a:prstGeom>
          <a:ln w="19050" cap="rnd">
            <a:solidFill>
              <a:srgbClr val="FFC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2EB5CA2-1E94-63D8-3C2B-A3290DD7CB1A}"/>
              </a:ext>
            </a:extLst>
          </p:cNvPr>
          <p:cNvSpPr txBox="1"/>
          <p:nvPr/>
        </p:nvSpPr>
        <p:spPr>
          <a:xfrm>
            <a:off x="4380108" y="4775141"/>
            <a:ext cx="2353401" cy="1446550"/>
          </a:xfrm>
          <a:prstGeom prst="rect">
            <a:avLst/>
          </a:prstGeom>
          <a:noFill/>
        </p:spPr>
        <p:txBody>
          <a:bodyPr wrap="square" lIns="0" rIns="0" rtlCol="0">
            <a:spAutoFit/>
          </a:bodyPr>
          <a:lstStyle/>
          <a:p>
            <a:pPr algn="ctr"/>
            <a:r>
              <a:rPr lang="en-US" sz="1800" b="1" dirty="0"/>
              <a:t>API Management</a:t>
            </a:r>
          </a:p>
          <a:p>
            <a:pPr lvl="1"/>
            <a:endParaRPr lang="en-US" b="1" dirty="0"/>
          </a:p>
          <a:p>
            <a:pPr lvl="1"/>
            <a:r>
              <a:rPr lang="en-US" sz="800" dirty="0">
                <a:solidFill>
                  <a:schemeClr val="accent1">
                    <a:lumMod val="40000"/>
                    <a:lumOff val="60000"/>
                  </a:schemeClr>
                </a:solidFill>
              </a:rPr>
              <a:t>Amazon API Gateway</a:t>
            </a:r>
            <a:r>
              <a:rPr lang="en-US" sz="800" dirty="0"/>
              <a:t>: Managing API requests and responses</a:t>
            </a:r>
          </a:p>
          <a:p>
            <a:pPr lvl="1"/>
            <a:endParaRPr lang="en-US" sz="800" dirty="0"/>
          </a:p>
          <a:p>
            <a:pPr algn="ctr"/>
            <a:endParaRPr lang="en-US" sz="1000" dirty="0"/>
          </a:p>
          <a:p>
            <a:pPr algn="ctr"/>
            <a:endParaRPr lang="en-US" dirty="0" err="1"/>
          </a:p>
        </p:txBody>
      </p:sp>
      <p:cxnSp>
        <p:nvCxnSpPr>
          <p:cNvPr id="26" name="Straight Connector 25">
            <a:extLst>
              <a:ext uri="{FF2B5EF4-FFF2-40B4-BE49-F238E27FC236}">
                <a16:creationId xmlns:a16="http://schemas.microsoft.com/office/drawing/2014/main" id="{7D00F256-E50C-C3FD-02FB-1B633A5A8AC1}"/>
              </a:ext>
            </a:extLst>
          </p:cNvPr>
          <p:cNvCxnSpPr/>
          <p:nvPr/>
        </p:nvCxnSpPr>
        <p:spPr>
          <a:xfrm>
            <a:off x="4824681" y="5221462"/>
            <a:ext cx="1463040" cy="0"/>
          </a:xfrm>
          <a:prstGeom prst="line">
            <a:avLst/>
          </a:prstGeom>
          <a:ln w="19050" cap="rnd">
            <a:solidFill>
              <a:srgbClr val="FFC00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3D4E1F5-4F74-D7C0-6280-83DF6BCE4E67}"/>
              </a:ext>
            </a:extLst>
          </p:cNvPr>
          <p:cNvSpPr txBox="1"/>
          <p:nvPr/>
        </p:nvSpPr>
        <p:spPr>
          <a:xfrm>
            <a:off x="2528017" y="4290352"/>
            <a:ext cx="2584041" cy="338554"/>
          </a:xfrm>
          <a:prstGeom prst="rect">
            <a:avLst/>
          </a:prstGeom>
          <a:noFill/>
        </p:spPr>
        <p:txBody>
          <a:bodyPr wrap="none" lIns="0" rIns="0" rtlCol="0">
            <a:spAutoFit/>
          </a:bodyPr>
          <a:lstStyle/>
          <a:p>
            <a:r>
              <a:rPr lang="en-US" sz="800" dirty="0">
                <a:solidFill>
                  <a:schemeClr val="accent1">
                    <a:lumMod val="40000"/>
                    <a:lumOff val="60000"/>
                  </a:schemeClr>
                </a:solidFill>
              </a:rPr>
              <a:t>React Native</a:t>
            </a:r>
            <a:r>
              <a:rPr lang="en-US" sz="800" dirty="0"/>
              <a:t>: Cross-platform mobile application</a:t>
            </a:r>
          </a:p>
          <a:p>
            <a:r>
              <a:rPr lang="en-US" sz="800" dirty="0">
                <a:solidFill>
                  <a:schemeClr val="accent1">
                    <a:lumMod val="40000"/>
                    <a:lumOff val="60000"/>
                  </a:schemeClr>
                </a:solidFill>
              </a:rPr>
              <a:t>AWS Amplify</a:t>
            </a:r>
            <a:r>
              <a:rPr lang="en-US" sz="800" dirty="0"/>
              <a:t>: Simplified configuration and deployment</a:t>
            </a:r>
          </a:p>
        </p:txBody>
      </p:sp>
      <p:sp>
        <p:nvSpPr>
          <p:cNvPr id="29" name="TextBox 28">
            <a:extLst>
              <a:ext uri="{FF2B5EF4-FFF2-40B4-BE49-F238E27FC236}">
                <a16:creationId xmlns:a16="http://schemas.microsoft.com/office/drawing/2014/main" id="{852F5206-48BC-9BA1-C120-02A154CA65BC}"/>
              </a:ext>
            </a:extLst>
          </p:cNvPr>
          <p:cNvSpPr txBox="1"/>
          <p:nvPr/>
        </p:nvSpPr>
        <p:spPr>
          <a:xfrm>
            <a:off x="5882013" y="3378584"/>
            <a:ext cx="2353401" cy="1323439"/>
          </a:xfrm>
          <a:prstGeom prst="rect">
            <a:avLst/>
          </a:prstGeom>
          <a:noFill/>
        </p:spPr>
        <p:txBody>
          <a:bodyPr wrap="square" lIns="0" rIns="0" rtlCol="0">
            <a:spAutoFit/>
          </a:bodyPr>
          <a:lstStyle/>
          <a:p>
            <a:pPr algn="ctr"/>
            <a:r>
              <a:rPr lang="en-US" sz="1800" b="1" dirty="0"/>
              <a:t>Compute</a:t>
            </a:r>
          </a:p>
          <a:p>
            <a:pPr lvl="1"/>
            <a:endParaRPr lang="en-US" b="1" dirty="0"/>
          </a:p>
          <a:p>
            <a:pPr lvl="1"/>
            <a:r>
              <a:rPr lang="en-US" sz="800" dirty="0">
                <a:solidFill>
                  <a:schemeClr val="accent1">
                    <a:lumMod val="40000"/>
                    <a:lumOff val="60000"/>
                  </a:schemeClr>
                </a:solidFill>
              </a:rPr>
              <a:t>AWS Lambda</a:t>
            </a:r>
            <a:r>
              <a:rPr lang="en-US" sz="800" dirty="0"/>
              <a:t>: Serverless functions for executing backend logic</a:t>
            </a:r>
          </a:p>
          <a:p>
            <a:pPr algn="ctr"/>
            <a:endParaRPr lang="en-US" sz="1000" dirty="0"/>
          </a:p>
          <a:p>
            <a:pPr algn="ctr"/>
            <a:endParaRPr lang="en-US" dirty="0" err="1"/>
          </a:p>
        </p:txBody>
      </p:sp>
      <p:cxnSp>
        <p:nvCxnSpPr>
          <p:cNvPr id="30" name="Straight Connector 29">
            <a:extLst>
              <a:ext uri="{FF2B5EF4-FFF2-40B4-BE49-F238E27FC236}">
                <a16:creationId xmlns:a16="http://schemas.microsoft.com/office/drawing/2014/main" id="{05296EA4-E343-438E-2988-A8B3CCD0823F}"/>
              </a:ext>
            </a:extLst>
          </p:cNvPr>
          <p:cNvCxnSpPr/>
          <p:nvPr/>
        </p:nvCxnSpPr>
        <p:spPr>
          <a:xfrm>
            <a:off x="6364205" y="3802034"/>
            <a:ext cx="1463040" cy="0"/>
          </a:xfrm>
          <a:prstGeom prst="line">
            <a:avLst/>
          </a:prstGeom>
          <a:ln w="19050" cap="rnd">
            <a:solidFill>
              <a:srgbClr val="FFC000"/>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CF4B7152-D868-3737-77CE-2B157B338552}"/>
              </a:ext>
            </a:extLst>
          </p:cNvPr>
          <p:cNvSpPr/>
          <p:nvPr/>
        </p:nvSpPr>
        <p:spPr>
          <a:xfrm>
            <a:off x="8099582" y="2060953"/>
            <a:ext cx="914400" cy="9144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cxnSp>
        <p:nvCxnSpPr>
          <p:cNvPr id="34" name="Straight Connector 33">
            <a:extLst>
              <a:ext uri="{FF2B5EF4-FFF2-40B4-BE49-F238E27FC236}">
                <a16:creationId xmlns:a16="http://schemas.microsoft.com/office/drawing/2014/main" id="{A8C0F5B3-2356-3505-0090-85ED89BD7B10}"/>
              </a:ext>
            </a:extLst>
          </p:cNvPr>
          <p:cNvCxnSpPr>
            <a:cxnSpLocks/>
            <a:stCxn id="33" idx="4"/>
          </p:cNvCxnSpPr>
          <p:nvPr/>
        </p:nvCxnSpPr>
        <p:spPr>
          <a:xfrm>
            <a:off x="8556782" y="2975353"/>
            <a:ext cx="21505" cy="1731693"/>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2E951808-89EB-1F5E-BCEE-9333552CCE89}"/>
              </a:ext>
            </a:extLst>
          </p:cNvPr>
          <p:cNvSpPr/>
          <p:nvPr/>
        </p:nvSpPr>
        <p:spPr>
          <a:xfrm>
            <a:off x="9471182" y="2045510"/>
            <a:ext cx="914400" cy="9144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cxnSp>
        <p:nvCxnSpPr>
          <p:cNvPr id="36" name="Straight Connector 35">
            <a:extLst>
              <a:ext uri="{FF2B5EF4-FFF2-40B4-BE49-F238E27FC236}">
                <a16:creationId xmlns:a16="http://schemas.microsoft.com/office/drawing/2014/main" id="{9D8C07D9-1280-6771-879E-055A414010CF}"/>
              </a:ext>
            </a:extLst>
          </p:cNvPr>
          <p:cNvCxnSpPr>
            <a:cxnSpLocks/>
            <a:stCxn id="35" idx="4"/>
          </p:cNvCxnSpPr>
          <p:nvPr/>
        </p:nvCxnSpPr>
        <p:spPr>
          <a:xfrm>
            <a:off x="9928382" y="2959910"/>
            <a:ext cx="5715" cy="323221"/>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60A67A9-0F81-61BD-08A3-5D5BDD7D0DDA}"/>
              </a:ext>
            </a:extLst>
          </p:cNvPr>
          <p:cNvSpPr txBox="1"/>
          <p:nvPr/>
        </p:nvSpPr>
        <p:spPr>
          <a:xfrm>
            <a:off x="7276205" y="4707046"/>
            <a:ext cx="2581303" cy="1508105"/>
          </a:xfrm>
          <a:prstGeom prst="rect">
            <a:avLst/>
          </a:prstGeom>
          <a:noFill/>
        </p:spPr>
        <p:txBody>
          <a:bodyPr wrap="square" lIns="0" rIns="0" rtlCol="0">
            <a:spAutoFit/>
          </a:bodyPr>
          <a:lstStyle/>
          <a:p>
            <a:pPr algn="ctr"/>
            <a:r>
              <a:rPr lang="en-US" sz="1800" b="1" dirty="0"/>
              <a:t>Databases and Storage</a:t>
            </a:r>
          </a:p>
          <a:p>
            <a:endParaRPr lang="en-US" sz="1000" dirty="0"/>
          </a:p>
          <a:p>
            <a:br>
              <a:rPr lang="en-US" sz="800" dirty="0"/>
            </a:br>
            <a:r>
              <a:rPr lang="en-US" sz="800" dirty="0">
                <a:solidFill>
                  <a:schemeClr val="accent1">
                    <a:lumMod val="40000"/>
                    <a:lumOff val="60000"/>
                  </a:schemeClr>
                </a:solidFill>
              </a:rPr>
              <a:t>Amazon Aurora PostgreSQL</a:t>
            </a:r>
            <a:r>
              <a:rPr lang="en-US" sz="800" dirty="0"/>
              <a:t>: Secure, resilient and scalable database with </a:t>
            </a:r>
            <a:r>
              <a:rPr lang="en-US" sz="800" dirty="0" err="1"/>
              <a:t>pgvector</a:t>
            </a:r>
            <a:endParaRPr lang="en-US" sz="800" dirty="0"/>
          </a:p>
          <a:p>
            <a:endParaRPr lang="en-US" sz="800" dirty="0"/>
          </a:p>
          <a:p>
            <a:r>
              <a:rPr lang="en-US" sz="800" dirty="0">
                <a:solidFill>
                  <a:schemeClr val="accent1">
                    <a:lumMod val="40000"/>
                    <a:lumOff val="60000"/>
                  </a:schemeClr>
                </a:solidFill>
              </a:rPr>
              <a:t>Amazon S3</a:t>
            </a:r>
            <a:r>
              <a:rPr lang="en-US" sz="800" dirty="0"/>
              <a:t>: Storage for user-uploaded documents</a:t>
            </a:r>
          </a:p>
          <a:p>
            <a:endParaRPr lang="en-US" sz="800" dirty="0"/>
          </a:p>
          <a:p>
            <a:r>
              <a:rPr lang="en-US" sz="800" dirty="0">
                <a:solidFill>
                  <a:schemeClr val="accent1">
                    <a:lumMod val="40000"/>
                    <a:lumOff val="60000"/>
                  </a:schemeClr>
                </a:solidFill>
              </a:rPr>
              <a:t>Amazon </a:t>
            </a:r>
            <a:r>
              <a:rPr lang="en-US" sz="800" dirty="0" err="1">
                <a:solidFill>
                  <a:schemeClr val="accent1">
                    <a:lumMod val="40000"/>
                    <a:lumOff val="60000"/>
                  </a:schemeClr>
                </a:solidFill>
              </a:rPr>
              <a:t>DyanamoDB</a:t>
            </a:r>
            <a:r>
              <a:rPr lang="en-US" sz="800" dirty="0"/>
              <a:t>: Fast and flexible NoSQL database for session and metadata</a:t>
            </a:r>
          </a:p>
        </p:txBody>
      </p:sp>
      <p:cxnSp>
        <p:nvCxnSpPr>
          <p:cNvPr id="40" name="Straight Connector 39">
            <a:extLst>
              <a:ext uri="{FF2B5EF4-FFF2-40B4-BE49-F238E27FC236}">
                <a16:creationId xmlns:a16="http://schemas.microsoft.com/office/drawing/2014/main" id="{8E95B1A0-B84A-E94C-F3B8-4EBAF53BD139}"/>
              </a:ext>
            </a:extLst>
          </p:cNvPr>
          <p:cNvCxnSpPr>
            <a:cxnSpLocks/>
          </p:cNvCxnSpPr>
          <p:nvPr/>
        </p:nvCxnSpPr>
        <p:spPr>
          <a:xfrm>
            <a:off x="7291620" y="5140713"/>
            <a:ext cx="2484678" cy="0"/>
          </a:xfrm>
          <a:prstGeom prst="line">
            <a:avLst/>
          </a:prstGeom>
          <a:ln w="19050" cap="rnd">
            <a:solidFill>
              <a:srgbClr val="FFC000"/>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3B695899-50FD-6398-636B-BA2B3E6E9EF5}"/>
              </a:ext>
            </a:extLst>
          </p:cNvPr>
          <p:cNvSpPr txBox="1"/>
          <p:nvPr/>
        </p:nvSpPr>
        <p:spPr>
          <a:xfrm>
            <a:off x="8714385" y="3438946"/>
            <a:ext cx="2353401" cy="1323439"/>
          </a:xfrm>
          <a:prstGeom prst="rect">
            <a:avLst/>
          </a:prstGeom>
          <a:noFill/>
        </p:spPr>
        <p:txBody>
          <a:bodyPr wrap="square" lIns="0" rIns="0" rtlCol="0">
            <a:spAutoFit/>
          </a:bodyPr>
          <a:lstStyle/>
          <a:p>
            <a:pPr algn="ctr"/>
            <a:r>
              <a:rPr lang="en-US" sz="1800" b="1" dirty="0"/>
              <a:t>AI &amp; ML Services</a:t>
            </a:r>
          </a:p>
          <a:p>
            <a:pPr lvl="1"/>
            <a:endParaRPr lang="en-US" b="1" dirty="0"/>
          </a:p>
          <a:p>
            <a:pPr lvl="1"/>
            <a:r>
              <a:rPr lang="en-US" sz="800" dirty="0">
                <a:solidFill>
                  <a:schemeClr val="accent1">
                    <a:lumMod val="40000"/>
                    <a:lumOff val="60000"/>
                  </a:schemeClr>
                </a:solidFill>
              </a:rPr>
              <a:t>Amazon Bedrock</a:t>
            </a:r>
            <a:r>
              <a:rPr lang="en-US" sz="800" dirty="0"/>
              <a:t>: Generative AI for real-time insights and responses</a:t>
            </a:r>
          </a:p>
          <a:p>
            <a:pPr algn="ctr"/>
            <a:endParaRPr lang="en-US" sz="1000" dirty="0"/>
          </a:p>
          <a:p>
            <a:pPr algn="ctr"/>
            <a:endParaRPr lang="en-US" dirty="0" err="1"/>
          </a:p>
        </p:txBody>
      </p:sp>
      <p:cxnSp>
        <p:nvCxnSpPr>
          <p:cNvPr id="45" name="Straight Connector 44">
            <a:extLst>
              <a:ext uri="{FF2B5EF4-FFF2-40B4-BE49-F238E27FC236}">
                <a16:creationId xmlns:a16="http://schemas.microsoft.com/office/drawing/2014/main" id="{6419EA8C-4F81-4700-37B3-0F5B105C1EF3}"/>
              </a:ext>
            </a:extLst>
          </p:cNvPr>
          <p:cNvCxnSpPr>
            <a:cxnSpLocks/>
          </p:cNvCxnSpPr>
          <p:nvPr/>
        </p:nvCxnSpPr>
        <p:spPr>
          <a:xfrm>
            <a:off x="9013982" y="3862994"/>
            <a:ext cx="1783720" cy="0"/>
          </a:xfrm>
          <a:prstGeom prst="line">
            <a:avLst/>
          </a:prstGeom>
          <a:ln w="19050" cap="rnd">
            <a:solidFill>
              <a:srgbClr val="FFC000"/>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5130AA4-EA44-D33E-509A-3A3EA52B431E}"/>
              </a:ext>
            </a:extLst>
          </p:cNvPr>
          <p:cNvSpPr/>
          <p:nvPr/>
        </p:nvSpPr>
        <p:spPr>
          <a:xfrm>
            <a:off x="1675027" y="2066880"/>
            <a:ext cx="914400" cy="9144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cxnSp>
        <p:nvCxnSpPr>
          <p:cNvPr id="51" name="Straight Connector 50">
            <a:extLst>
              <a:ext uri="{FF2B5EF4-FFF2-40B4-BE49-F238E27FC236}">
                <a16:creationId xmlns:a16="http://schemas.microsoft.com/office/drawing/2014/main" id="{093FB8F9-F3A3-A074-3DEF-FA9831BC63C6}"/>
              </a:ext>
            </a:extLst>
          </p:cNvPr>
          <p:cNvCxnSpPr>
            <a:cxnSpLocks/>
            <a:stCxn id="50" idx="4"/>
            <a:endCxn id="52" idx="0"/>
          </p:cNvCxnSpPr>
          <p:nvPr/>
        </p:nvCxnSpPr>
        <p:spPr>
          <a:xfrm>
            <a:off x="2132227" y="2981280"/>
            <a:ext cx="26274" cy="1714597"/>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875985B-3CF4-51CC-A40F-6597C5FD8E86}"/>
              </a:ext>
            </a:extLst>
          </p:cNvPr>
          <p:cNvSpPr txBox="1"/>
          <p:nvPr/>
        </p:nvSpPr>
        <p:spPr>
          <a:xfrm>
            <a:off x="981800" y="4695877"/>
            <a:ext cx="2353401" cy="1938992"/>
          </a:xfrm>
          <a:prstGeom prst="rect">
            <a:avLst/>
          </a:prstGeom>
          <a:noFill/>
        </p:spPr>
        <p:txBody>
          <a:bodyPr wrap="square" lIns="0" rIns="0" rtlCol="0">
            <a:spAutoFit/>
          </a:bodyPr>
          <a:lstStyle/>
          <a:p>
            <a:pPr algn="ctr"/>
            <a:r>
              <a:rPr lang="en-US" sz="1800" b="1" dirty="0"/>
              <a:t>Security</a:t>
            </a:r>
          </a:p>
          <a:p>
            <a:pPr lvl="1"/>
            <a:endParaRPr lang="en-US" b="1" dirty="0"/>
          </a:p>
          <a:p>
            <a:pPr lvl="1"/>
            <a:r>
              <a:rPr lang="en-US" sz="800" dirty="0">
                <a:solidFill>
                  <a:schemeClr val="accent1">
                    <a:lumMod val="40000"/>
                    <a:lumOff val="60000"/>
                  </a:schemeClr>
                </a:solidFill>
              </a:rPr>
              <a:t>Amazon Cognito</a:t>
            </a:r>
            <a:r>
              <a:rPr lang="en-US" sz="800" dirty="0"/>
              <a:t>: Secure user authentication with SAML federation</a:t>
            </a:r>
          </a:p>
          <a:p>
            <a:pPr lvl="1"/>
            <a:r>
              <a:rPr lang="en-US" sz="800" dirty="0">
                <a:solidFill>
                  <a:schemeClr val="accent1">
                    <a:lumMod val="40000"/>
                    <a:lumOff val="60000"/>
                  </a:schemeClr>
                </a:solidFill>
              </a:rPr>
              <a:t>AWS Secrets Manager </a:t>
            </a:r>
            <a:r>
              <a:rPr lang="en-US" sz="800" dirty="0"/>
              <a:t>to keep user secrets</a:t>
            </a:r>
          </a:p>
          <a:p>
            <a:pPr lvl="1"/>
            <a:r>
              <a:rPr lang="en-US" sz="800" dirty="0">
                <a:solidFill>
                  <a:schemeClr val="accent1">
                    <a:lumMod val="40000"/>
                    <a:lumOff val="60000"/>
                  </a:schemeClr>
                </a:solidFill>
              </a:rPr>
              <a:t>Aurora PostgreSQL </a:t>
            </a:r>
            <a:r>
              <a:rPr lang="en-US" sz="800" dirty="0"/>
              <a:t>row level security for data isolation for multi-tenancy embeddings</a:t>
            </a:r>
          </a:p>
          <a:p>
            <a:pPr algn="ctr"/>
            <a:endParaRPr lang="en-US" sz="1000" dirty="0"/>
          </a:p>
          <a:p>
            <a:pPr algn="ctr"/>
            <a:endParaRPr lang="en-US" dirty="0" err="1"/>
          </a:p>
        </p:txBody>
      </p:sp>
      <p:cxnSp>
        <p:nvCxnSpPr>
          <p:cNvPr id="53" name="Straight Connector 52">
            <a:extLst>
              <a:ext uri="{FF2B5EF4-FFF2-40B4-BE49-F238E27FC236}">
                <a16:creationId xmlns:a16="http://schemas.microsoft.com/office/drawing/2014/main" id="{68E80D4D-EEDF-063D-A09A-D01292A7841C}"/>
              </a:ext>
            </a:extLst>
          </p:cNvPr>
          <p:cNvCxnSpPr/>
          <p:nvPr/>
        </p:nvCxnSpPr>
        <p:spPr>
          <a:xfrm>
            <a:off x="1421541" y="5119925"/>
            <a:ext cx="1463040" cy="0"/>
          </a:xfrm>
          <a:prstGeom prst="line">
            <a:avLst/>
          </a:prstGeom>
          <a:ln w="19050" cap="rnd">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34E15F3D-7468-0937-0BC0-A5A876D2DE4A}"/>
              </a:ext>
            </a:extLst>
          </p:cNvPr>
          <p:cNvPicPr>
            <a:picLocks noChangeAspect="1"/>
          </p:cNvPicPr>
          <p:nvPr/>
        </p:nvPicPr>
        <p:blipFill>
          <a:blip r:embed="rId3"/>
          <a:stretch>
            <a:fillRect/>
          </a:stretch>
        </p:blipFill>
        <p:spPr>
          <a:xfrm>
            <a:off x="3496074" y="2321915"/>
            <a:ext cx="425567" cy="420839"/>
          </a:xfrm>
          <a:prstGeom prst="rect">
            <a:avLst/>
          </a:prstGeom>
        </p:spPr>
      </p:pic>
      <p:pic>
        <p:nvPicPr>
          <p:cNvPr id="57" name="Graphic 17">
            <a:extLst>
              <a:ext uri="{FF2B5EF4-FFF2-40B4-BE49-F238E27FC236}">
                <a16:creationId xmlns:a16="http://schemas.microsoft.com/office/drawing/2014/main" id="{87970BDF-93F3-FD1D-2115-B1877C827C0E}"/>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5345863" y="228405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Graphic 10">
            <a:extLst>
              <a:ext uri="{FF2B5EF4-FFF2-40B4-BE49-F238E27FC236}">
                <a16:creationId xmlns:a16="http://schemas.microsoft.com/office/drawing/2014/main" id="{39D36BD2-A618-BC12-396A-B0B707CACA42}"/>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6834420" y="228955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Graphic 7">
            <a:extLst>
              <a:ext uri="{FF2B5EF4-FFF2-40B4-BE49-F238E27FC236}">
                <a16:creationId xmlns:a16="http://schemas.microsoft.com/office/drawing/2014/main" id="{55999E41-2D8D-02DD-E8C8-2E67BDB4B7E3}"/>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8319570" y="2287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59">
            <a:extLst>
              <a:ext uri="{FF2B5EF4-FFF2-40B4-BE49-F238E27FC236}">
                <a16:creationId xmlns:a16="http://schemas.microsoft.com/office/drawing/2014/main" id="{0A29C560-5542-8B0C-A6CB-FC67295086E9}"/>
              </a:ext>
            </a:extLst>
          </p:cNvPr>
          <p:cNvPicPr>
            <a:picLocks noChangeAspect="1"/>
          </p:cNvPicPr>
          <p:nvPr/>
        </p:nvPicPr>
        <p:blipFill>
          <a:blip r:embed="rId10"/>
          <a:stretch>
            <a:fillRect/>
          </a:stretch>
        </p:blipFill>
        <p:spPr>
          <a:xfrm>
            <a:off x="9699782" y="2293799"/>
            <a:ext cx="457200" cy="460561"/>
          </a:xfrm>
          <a:prstGeom prst="rect">
            <a:avLst/>
          </a:prstGeom>
        </p:spPr>
      </p:pic>
      <p:pic>
        <p:nvPicPr>
          <p:cNvPr id="62" name="Graphic 17">
            <a:extLst>
              <a:ext uri="{FF2B5EF4-FFF2-40B4-BE49-F238E27FC236}">
                <a16:creationId xmlns:a16="http://schemas.microsoft.com/office/drawing/2014/main" id="{64518C0A-D924-F386-293C-E111CF3D2C24}"/>
              </a:ext>
            </a:extLst>
          </p:cNvPr>
          <p:cNvPicPr>
            <a:picLocks noChangeAspect="1" noChangeArrowheads="1"/>
          </p:cNvPicPr>
          <p:nvPr/>
        </p:nvPicPr>
        <p:blipFill>
          <a:blip r:embed="rId11">
            <a:extLst>
              <a:ext uri="{96DAC541-7B7A-43D3-8B79-37D633B846F1}">
                <asvg:svgBlip xmlns:asvg="http://schemas.microsoft.com/office/drawing/2016/SVG/main" r:embed="rId12"/>
              </a:ext>
            </a:extLst>
          </a:blip>
          <a:srcRect/>
          <a:stretch/>
        </p:blipFill>
        <p:spPr bwMode="auto">
          <a:xfrm>
            <a:off x="1930781" y="230241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745983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55125F7-48A9-5DF1-6FD1-56A368B439C3}"/>
              </a:ext>
            </a:extLst>
          </p:cNvPr>
          <p:cNvSpPr>
            <a:spLocks noGrp="1"/>
          </p:cNvSpPr>
          <p:nvPr>
            <p:ph type="sldNum" sz="quarter" idx="4"/>
          </p:nvPr>
        </p:nvSpPr>
        <p:spPr>
          <a:xfrm>
            <a:off x="9105901" y="6348151"/>
            <a:ext cx="2743200" cy="365125"/>
          </a:xfrm>
        </p:spPr>
        <p:txBody>
          <a:bodyPr vert="horz" lIns="0" tIns="0" rIns="0" bIns="0" rtlCol="0" anchor="ctr"/>
          <a:lstStyle>
            <a:lvl1pPr algn="r">
              <a:defRPr sz="1000">
                <a:solidFill>
                  <a:schemeClr val="tx1">
                    <a:tint val="75000"/>
                  </a:schemeClr>
                </a:solidFill>
              </a:defRPr>
            </a:lvl1pPr>
          </a:lstStyle>
          <a:p>
            <a:r>
              <a:rPr lang="en-US" dirty="0"/>
              <a:t>6</a:t>
            </a:r>
          </a:p>
        </p:txBody>
      </p:sp>
      <p:sp>
        <p:nvSpPr>
          <p:cNvPr id="8" name="Title 9">
            <a:extLst>
              <a:ext uri="{FF2B5EF4-FFF2-40B4-BE49-F238E27FC236}">
                <a16:creationId xmlns:a16="http://schemas.microsoft.com/office/drawing/2014/main" id="{B70E4699-1FDC-4DEC-B4A2-98FB82BBC1CF}"/>
              </a:ext>
            </a:extLst>
          </p:cNvPr>
          <p:cNvSpPr>
            <a:spLocks noGrp="1"/>
          </p:cNvSpPr>
          <p:nvPr>
            <p:ph type="title"/>
          </p:nvPr>
        </p:nvSpPr>
        <p:spPr>
          <a:xfrm>
            <a:off x="425038" y="355015"/>
            <a:ext cx="11424061" cy="638175"/>
          </a:xfrm>
        </p:spPr>
        <p:txBody>
          <a:bodyPr/>
          <a:lstStyle/>
          <a:p>
            <a:r>
              <a:rPr lang="en-US" dirty="0" err="1"/>
              <a:t>HealthAssist</a:t>
            </a:r>
            <a:r>
              <a:rPr lang="en-US"/>
              <a:t> Architecture</a:t>
            </a:r>
            <a:endParaRPr lang="en-US" dirty="0"/>
          </a:p>
        </p:txBody>
      </p:sp>
      <p:sp>
        <p:nvSpPr>
          <p:cNvPr id="3" name="Rectangle 2">
            <a:extLst>
              <a:ext uri="{FF2B5EF4-FFF2-40B4-BE49-F238E27FC236}">
                <a16:creationId xmlns:a16="http://schemas.microsoft.com/office/drawing/2014/main" id="{0F46F0DA-1FB0-5566-EB7D-F86B6CD55C10}"/>
              </a:ext>
            </a:extLst>
          </p:cNvPr>
          <p:cNvSpPr/>
          <p:nvPr/>
        </p:nvSpPr>
        <p:spPr bwMode="auto">
          <a:xfrm>
            <a:off x="2079910" y="1327520"/>
            <a:ext cx="7210425" cy="46863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bg1"/>
                </a:solidFill>
                <a:latin typeface="Arial" panose="020B0604020202020204" pitchFamily="34" charset="0"/>
                <a:cs typeface="Arial" panose="020B0604020202020204" pitchFamily="34" charset="0"/>
              </a:rPr>
              <a:t>AWS Cloud</a:t>
            </a:r>
          </a:p>
        </p:txBody>
      </p:sp>
      <p:sp>
        <p:nvSpPr>
          <p:cNvPr id="6" name="Rectangle 5">
            <a:extLst>
              <a:ext uri="{FF2B5EF4-FFF2-40B4-BE49-F238E27FC236}">
                <a16:creationId xmlns:a16="http://schemas.microsoft.com/office/drawing/2014/main" id="{E2B24480-23E6-0664-C339-FC4E4051BB71}"/>
              </a:ext>
            </a:extLst>
          </p:cNvPr>
          <p:cNvSpPr/>
          <p:nvPr/>
        </p:nvSpPr>
        <p:spPr bwMode="auto">
          <a:xfrm>
            <a:off x="1810680" y="1326173"/>
            <a:ext cx="9902396"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bg1"/>
                </a:solidFill>
                <a:latin typeface="Arial" panose="020B0604020202020204" pitchFamily="34" charset="0"/>
                <a:cs typeface="Arial" panose="020B0604020202020204" pitchFamily="34" charset="0"/>
              </a:rPr>
              <a:t>AWS Cloud</a:t>
            </a:r>
          </a:p>
        </p:txBody>
      </p:sp>
      <p:pic>
        <p:nvPicPr>
          <p:cNvPr id="7" name="Graphic 6">
            <a:extLst>
              <a:ext uri="{FF2B5EF4-FFF2-40B4-BE49-F238E27FC236}">
                <a16:creationId xmlns:a16="http://schemas.microsoft.com/office/drawing/2014/main" id="{E3C425B8-ECC9-8846-7B6D-26396700894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810679" y="1305409"/>
            <a:ext cx="381000" cy="381000"/>
          </a:xfrm>
          <a:prstGeom prst="rect">
            <a:avLst/>
          </a:prstGeom>
        </p:spPr>
      </p:pic>
      <p:pic>
        <p:nvPicPr>
          <p:cNvPr id="9" name="Graphic 8">
            <a:extLst>
              <a:ext uri="{FF2B5EF4-FFF2-40B4-BE49-F238E27FC236}">
                <a16:creationId xmlns:a16="http://schemas.microsoft.com/office/drawing/2014/main" id="{FFB0883B-D65F-923D-E4D4-32DBAC031264}"/>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3092635" y="169808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1A78016A-FA72-0685-1A56-22043C1EF552}"/>
              </a:ext>
            </a:extLst>
          </p:cNvPr>
          <p:cNvSpPr txBox="1">
            <a:spLocks noChangeArrowheads="1"/>
          </p:cNvSpPr>
          <p:nvPr/>
        </p:nvSpPr>
        <p:spPr bwMode="auto">
          <a:xfrm>
            <a:off x="2417404" y="2219407"/>
            <a:ext cx="18391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Simple Storage Service (Amazon S3)</a:t>
            </a:r>
          </a:p>
        </p:txBody>
      </p:sp>
      <p:pic>
        <p:nvPicPr>
          <p:cNvPr id="11" name="Graphic 17">
            <a:extLst>
              <a:ext uri="{FF2B5EF4-FFF2-40B4-BE49-F238E27FC236}">
                <a16:creationId xmlns:a16="http://schemas.microsoft.com/office/drawing/2014/main" id="{1969DAFB-C92E-0B66-9B30-FC01A4255CF5}"/>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2870772" y="320880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694BD24A-985A-0EE3-3DCF-6325B375920A}"/>
              </a:ext>
            </a:extLst>
          </p:cNvPr>
          <p:cNvSpPr txBox="1">
            <a:spLocks noChangeArrowheads="1"/>
          </p:cNvSpPr>
          <p:nvPr/>
        </p:nvSpPr>
        <p:spPr bwMode="auto">
          <a:xfrm>
            <a:off x="2482074" y="3695657"/>
            <a:ext cx="119440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Cognito</a:t>
            </a:r>
          </a:p>
        </p:txBody>
      </p:sp>
      <p:pic>
        <p:nvPicPr>
          <p:cNvPr id="13" name="Graphic 17">
            <a:extLst>
              <a:ext uri="{FF2B5EF4-FFF2-40B4-BE49-F238E27FC236}">
                <a16:creationId xmlns:a16="http://schemas.microsoft.com/office/drawing/2014/main" id="{A1E4E5D4-0DB0-4137-4658-B090D5E881E6}"/>
              </a:ext>
            </a:extLst>
          </p:cNvPr>
          <p:cNvPicPr>
            <a:picLocks noChangeAspect="1" noChangeArrowheads="1"/>
          </p:cNvPicPr>
          <p:nvPr/>
        </p:nvPicPr>
        <p:blipFill>
          <a:blip r:embed="rId9">
            <a:extLst>
              <a:ext uri="{96DAC541-7B7A-43D3-8B79-37D633B846F1}">
                <asvg:svgBlip xmlns:asvg="http://schemas.microsoft.com/office/drawing/2016/SVG/main" r:embed="rId10"/>
              </a:ext>
            </a:extLst>
          </a:blip>
          <a:srcRect/>
          <a:stretch/>
        </p:blipFill>
        <p:spPr bwMode="auto">
          <a:xfrm>
            <a:off x="2870771" y="445553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9">
            <a:extLst>
              <a:ext uri="{FF2B5EF4-FFF2-40B4-BE49-F238E27FC236}">
                <a16:creationId xmlns:a16="http://schemas.microsoft.com/office/drawing/2014/main" id="{0ADA3618-3B1B-4D03-59A1-A138B5A805F2}"/>
              </a:ext>
            </a:extLst>
          </p:cNvPr>
          <p:cNvSpPr txBox="1">
            <a:spLocks noChangeArrowheads="1"/>
          </p:cNvSpPr>
          <p:nvPr/>
        </p:nvSpPr>
        <p:spPr bwMode="auto">
          <a:xfrm>
            <a:off x="2417404" y="4964479"/>
            <a:ext cx="136393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API Gateway</a:t>
            </a:r>
          </a:p>
        </p:txBody>
      </p:sp>
      <p:pic>
        <p:nvPicPr>
          <p:cNvPr id="15" name="Graphic 19">
            <a:extLst>
              <a:ext uri="{FF2B5EF4-FFF2-40B4-BE49-F238E27FC236}">
                <a16:creationId xmlns:a16="http://schemas.microsoft.com/office/drawing/2014/main" id="{D86A3D5D-375D-57E3-E2F5-347B87CC8B17}"/>
              </a:ext>
            </a:extLst>
          </p:cNvPr>
          <p:cNvPicPr>
            <a:picLocks noChangeAspect="1" noChangeArrowheads="1"/>
          </p:cNvPicPr>
          <p:nvPr/>
        </p:nvPicPr>
        <p:blipFill>
          <a:blip r:embed="rId11">
            <a:extLst>
              <a:ext uri="{96DAC541-7B7A-43D3-8B79-37D633B846F1}">
                <asvg:svgBlip xmlns:asvg="http://schemas.microsoft.com/office/drawing/2016/SVG/main" r:embed="rId12"/>
              </a:ext>
            </a:extLst>
          </a:blip>
          <a:srcRect/>
          <a:stretch/>
        </p:blipFill>
        <p:spPr bwMode="auto">
          <a:xfrm>
            <a:off x="5139758" y="169808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1">
            <a:extLst>
              <a:ext uri="{FF2B5EF4-FFF2-40B4-BE49-F238E27FC236}">
                <a16:creationId xmlns:a16="http://schemas.microsoft.com/office/drawing/2014/main" id="{7535298D-5D09-BA7C-989C-8604F99364F4}"/>
              </a:ext>
            </a:extLst>
          </p:cNvPr>
          <p:cNvSpPr txBox="1">
            <a:spLocks noChangeArrowheads="1"/>
          </p:cNvSpPr>
          <p:nvPr/>
        </p:nvSpPr>
        <p:spPr bwMode="auto">
          <a:xfrm>
            <a:off x="4643813" y="2220479"/>
            <a:ext cx="133104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a:t>
            </a:r>
            <a:r>
              <a:rPr lang="en-US" altLang="en-US" sz="9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900" dirty="0">
              <a:latin typeface="Arial" panose="020B0604020202020204" pitchFamily="34" charset="0"/>
              <a:ea typeface="Amazon Ember" panose="020B0603020204020204" pitchFamily="34" charset="0"/>
              <a:cs typeface="Arial" panose="020B0604020202020204" pitchFamily="34" charset="0"/>
            </a:endParaRPr>
          </a:p>
        </p:txBody>
      </p:sp>
      <p:pic>
        <p:nvPicPr>
          <p:cNvPr id="17" name="Graphic 7">
            <a:extLst>
              <a:ext uri="{FF2B5EF4-FFF2-40B4-BE49-F238E27FC236}">
                <a16:creationId xmlns:a16="http://schemas.microsoft.com/office/drawing/2014/main" id="{4D1BE936-0778-A682-898C-7C90E94B01D6}"/>
              </a:ext>
            </a:extLst>
          </p:cNvPr>
          <p:cNvPicPr>
            <a:picLocks noChangeAspect="1" noChangeArrowheads="1"/>
          </p:cNvPicPr>
          <p:nvPr/>
        </p:nvPicPr>
        <p:blipFill>
          <a:blip r:embed="rId13">
            <a:extLst>
              <a:ext uri="{96DAC541-7B7A-43D3-8B79-37D633B846F1}">
                <asvg:svgBlip xmlns:asvg="http://schemas.microsoft.com/office/drawing/2016/SVG/main" r:embed="rId14"/>
              </a:ext>
            </a:extLst>
          </a:blip>
          <a:srcRect/>
          <a:stretch/>
        </p:blipFill>
        <p:spPr bwMode="auto">
          <a:xfrm>
            <a:off x="852172" y="44544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2">
            <a:extLst>
              <a:ext uri="{FF2B5EF4-FFF2-40B4-BE49-F238E27FC236}">
                <a16:creationId xmlns:a16="http://schemas.microsoft.com/office/drawing/2014/main" id="{8140AB9D-15EB-814F-9792-D8860C491829}"/>
              </a:ext>
            </a:extLst>
          </p:cNvPr>
          <p:cNvSpPr txBox="1">
            <a:spLocks noChangeArrowheads="1"/>
          </p:cNvSpPr>
          <p:nvPr/>
        </p:nvSpPr>
        <p:spPr bwMode="auto">
          <a:xfrm>
            <a:off x="535287" y="4911656"/>
            <a:ext cx="1112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AWS Console</a:t>
            </a:r>
            <a:br>
              <a:rPr lang="en-US" altLang="en-US" sz="900" dirty="0">
                <a:latin typeface="Arial" panose="020B0604020202020204" pitchFamily="34" charset="0"/>
                <a:ea typeface="Amazon Ember" panose="020B0603020204020204" pitchFamily="34" charset="0"/>
                <a:cs typeface="Arial" panose="020B0604020202020204" pitchFamily="34" charset="0"/>
              </a:rPr>
            </a:br>
            <a:r>
              <a:rPr lang="en-US" altLang="en-US" sz="900" dirty="0">
                <a:latin typeface="Arial" panose="020B0604020202020204" pitchFamily="34" charset="0"/>
                <a:ea typeface="Amazon Ember" panose="020B0603020204020204" pitchFamily="34" charset="0"/>
                <a:cs typeface="Arial" panose="020B0604020202020204" pitchFamily="34" charset="0"/>
              </a:rPr>
              <a:t>Mobile Application</a:t>
            </a:r>
          </a:p>
        </p:txBody>
      </p:sp>
      <p:pic>
        <p:nvPicPr>
          <p:cNvPr id="19" name="Graphic 10">
            <a:extLst>
              <a:ext uri="{FF2B5EF4-FFF2-40B4-BE49-F238E27FC236}">
                <a16:creationId xmlns:a16="http://schemas.microsoft.com/office/drawing/2014/main" id="{EC7CB725-2DC9-F04B-2BE2-58FC7509923F}"/>
              </a:ext>
            </a:extLst>
          </p:cNvPr>
          <p:cNvPicPr>
            <a:picLocks noChangeAspect="1" noChangeArrowheads="1"/>
          </p:cNvPicPr>
          <p:nvPr/>
        </p:nvPicPr>
        <p:blipFill>
          <a:blip r:embed="rId15">
            <a:extLst>
              <a:ext uri="{96DAC541-7B7A-43D3-8B79-37D633B846F1}">
                <asvg:svgBlip xmlns:asvg="http://schemas.microsoft.com/office/drawing/2016/SVG/main" r:embed="rId16"/>
              </a:ext>
            </a:extLst>
          </a:blip>
          <a:srcRect/>
          <a:stretch/>
        </p:blipFill>
        <p:spPr bwMode="auto">
          <a:xfrm>
            <a:off x="6811638" y="169636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20">
            <a:extLst>
              <a:ext uri="{FF2B5EF4-FFF2-40B4-BE49-F238E27FC236}">
                <a16:creationId xmlns:a16="http://schemas.microsoft.com/office/drawing/2014/main" id="{8479B8A6-D897-9597-99C0-4C8D673A0F96}"/>
              </a:ext>
            </a:extLst>
          </p:cNvPr>
          <p:cNvSpPr txBox="1">
            <a:spLocks noChangeArrowheads="1"/>
          </p:cNvSpPr>
          <p:nvPr/>
        </p:nvSpPr>
        <p:spPr bwMode="auto">
          <a:xfrm>
            <a:off x="6588471" y="2220479"/>
            <a:ext cx="89412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AWS Lambda</a:t>
            </a:r>
          </a:p>
        </p:txBody>
      </p:sp>
      <p:pic>
        <p:nvPicPr>
          <p:cNvPr id="21" name="Graphic 10">
            <a:extLst>
              <a:ext uri="{FF2B5EF4-FFF2-40B4-BE49-F238E27FC236}">
                <a16:creationId xmlns:a16="http://schemas.microsoft.com/office/drawing/2014/main" id="{49AAE24C-E448-B88A-7F39-C82B7DCDDF12}"/>
              </a:ext>
            </a:extLst>
          </p:cNvPr>
          <p:cNvPicPr>
            <a:picLocks noChangeAspect="1" noChangeArrowheads="1"/>
          </p:cNvPicPr>
          <p:nvPr/>
        </p:nvPicPr>
        <p:blipFill>
          <a:blip r:embed="rId15">
            <a:extLst>
              <a:ext uri="{96DAC541-7B7A-43D3-8B79-37D633B846F1}">
                <asvg:svgBlip xmlns:asvg="http://schemas.microsoft.com/office/drawing/2016/SVG/main" r:embed="rId16"/>
              </a:ext>
            </a:extLst>
          </a:blip>
          <a:srcRect/>
          <a:stretch/>
        </p:blipFill>
        <p:spPr bwMode="auto">
          <a:xfrm>
            <a:off x="5933456" y="320657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0">
            <a:extLst>
              <a:ext uri="{FF2B5EF4-FFF2-40B4-BE49-F238E27FC236}">
                <a16:creationId xmlns:a16="http://schemas.microsoft.com/office/drawing/2014/main" id="{E9FC0E5D-D72B-DDC3-C0AE-3776E9045AC3}"/>
              </a:ext>
            </a:extLst>
          </p:cNvPr>
          <p:cNvSpPr txBox="1">
            <a:spLocks noChangeArrowheads="1"/>
          </p:cNvSpPr>
          <p:nvPr/>
        </p:nvSpPr>
        <p:spPr bwMode="auto">
          <a:xfrm>
            <a:off x="5792695" y="3675007"/>
            <a:ext cx="89412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AWS Lambda</a:t>
            </a:r>
          </a:p>
        </p:txBody>
      </p:sp>
      <p:pic>
        <p:nvPicPr>
          <p:cNvPr id="23" name="Graphic 10">
            <a:extLst>
              <a:ext uri="{FF2B5EF4-FFF2-40B4-BE49-F238E27FC236}">
                <a16:creationId xmlns:a16="http://schemas.microsoft.com/office/drawing/2014/main" id="{D7D19E04-414F-6623-7F75-1CBCAC703BD9}"/>
              </a:ext>
            </a:extLst>
          </p:cNvPr>
          <p:cNvPicPr>
            <a:picLocks noChangeAspect="1" noChangeArrowheads="1"/>
          </p:cNvPicPr>
          <p:nvPr/>
        </p:nvPicPr>
        <p:blipFill>
          <a:blip r:embed="rId15">
            <a:extLst>
              <a:ext uri="{96DAC541-7B7A-43D3-8B79-37D633B846F1}">
                <asvg:svgBlip xmlns:asvg="http://schemas.microsoft.com/office/drawing/2016/SVG/main" r:embed="rId16"/>
              </a:ext>
            </a:extLst>
          </a:blip>
          <a:srcRect/>
          <a:stretch/>
        </p:blipFill>
        <p:spPr bwMode="auto">
          <a:xfrm>
            <a:off x="5908736" y="44544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20">
            <a:extLst>
              <a:ext uri="{FF2B5EF4-FFF2-40B4-BE49-F238E27FC236}">
                <a16:creationId xmlns:a16="http://schemas.microsoft.com/office/drawing/2014/main" id="{2B1A4ADF-064E-9759-0421-B0469C2654C6}"/>
              </a:ext>
            </a:extLst>
          </p:cNvPr>
          <p:cNvSpPr txBox="1">
            <a:spLocks noChangeArrowheads="1"/>
          </p:cNvSpPr>
          <p:nvPr/>
        </p:nvSpPr>
        <p:spPr bwMode="auto">
          <a:xfrm>
            <a:off x="5777435" y="4932420"/>
            <a:ext cx="89412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AWS Lambda</a:t>
            </a:r>
          </a:p>
        </p:txBody>
      </p:sp>
      <p:pic>
        <p:nvPicPr>
          <p:cNvPr id="27" name="Graphic 26">
            <a:extLst>
              <a:ext uri="{FF2B5EF4-FFF2-40B4-BE49-F238E27FC236}">
                <a16:creationId xmlns:a16="http://schemas.microsoft.com/office/drawing/2014/main" id="{626AC874-6350-1776-9A14-51325A183FF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95429" y="2753336"/>
            <a:ext cx="457200" cy="457200"/>
          </a:xfrm>
          <a:prstGeom prst="rect">
            <a:avLst/>
          </a:prstGeom>
        </p:spPr>
      </p:pic>
      <p:pic>
        <p:nvPicPr>
          <p:cNvPr id="28" name="Graphic 27">
            <a:extLst>
              <a:ext uri="{FF2B5EF4-FFF2-40B4-BE49-F238E27FC236}">
                <a16:creationId xmlns:a16="http://schemas.microsoft.com/office/drawing/2014/main" id="{F7440D49-F793-8A2A-DBB2-7D1DADF0ACE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509671" y="4130805"/>
            <a:ext cx="457200" cy="457200"/>
          </a:xfrm>
          <a:prstGeom prst="rect">
            <a:avLst/>
          </a:prstGeom>
        </p:spPr>
      </p:pic>
      <p:pic>
        <p:nvPicPr>
          <p:cNvPr id="29" name="Graphic 23">
            <a:extLst>
              <a:ext uri="{FF2B5EF4-FFF2-40B4-BE49-F238E27FC236}">
                <a16:creationId xmlns:a16="http://schemas.microsoft.com/office/drawing/2014/main" id="{1954CC20-724F-4E27-D625-7E8A1F3D1367}"/>
              </a:ext>
            </a:extLst>
          </p:cNvPr>
          <p:cNvPicPr>
            <a:picLocks noChangeAspect="1" noChangeArrowheads="1"/>
          </p:cNvPicPr>
          <p:nvPr/>
        </p:nvPicPr>
        <p:blipFill>
          <a:blip r:embed="rId19">
            <a:extLst>
              <a:ext uri="{96DAC541-7B7A-43D3-8B79-37D633B846F1}">
                <asvg:svgBlip xmlns:asvg="http://schemas.microsoft.com/office/drawing/2016/SVG/main" r:embed="rId20"/>
              </a:ext>
            </a:extLst>
          </a:blip>
          <a:srcRect/>
          <a:stretch/>
        </p:blipFill>
        <p:spPr bwMode="auto">
          <a:xfrm>
            <a:off x="10152720" y="413080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12">
            <a:extLst>
              <a:ext uri="{FF2B5EF4-FFF2-40B4-BE49-F238E27FC236}">
                <a16:creationId xmlns:a16="http://schemas.microsoft.com/office/drawing/2014/main" id="{ACDD863E-34F6-3D00-99A3-45002AD0643C}"/>
              </a:ext>
            </a:extLst>
          </p:cNvPr>
          <p:cNvSpPr txBox="1">
            <a:spLocks noChangeArrowheads="1"/>
          </p:cNvSpPr>
          <p:nvPr/>
        </p:nvSpPr>
        <p:spPr bwMode="auto">
          <a:xfrm>
            <a:off x="9833848" y="4634415"/>
            <a:ext cx="127678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DynamoDB</a:t>
            </a:r>
          </a:p>
        </p:txBody>
      </p:sp>
      <p:pic>
        <p:nvPicPr>
          <p:cNvPr id="31" name="Graphic 7">
            <a:extLst>
              <a:ext uri="{FF2B5EF4-FFF2-40B4-BE49-F238E27FC236}">
                <a16:creationId xmlns:a16="http://schemas.microsoft.com/office/drawing/2014/main" id="{D4EFC184-F155-E564-645C-E7C477E97C4E}"/>
              </a:ext>
            </a:extLst>
          </p:cNvPr>
          <p:cNvPicPr>
            <a:picLocks noChangeAspect="1" noChangeArrowheads="1"/>
          </p:cNvPicPr>
          <p:nvPr/>
        </p:nvPicPr>
        <p:blipFill>
          <a:blip r:embed="rId21">
            <a:extLst>
              <a:ext uri="{96DAC541-7B7A-43D3-8B79-37D633B846F1}">
                <asvg:svgBlip xmlns:asvg="http://schemas.microsoft.com/office/drawing/2016/SVG/main" r:embed="rId22"/>
              </a:ext>
            </a:extLst>
          </a:blip>
          <a:srcRect/>
          <a:stretch/>
        </p:blipFill>
        <p:spPr bwMode="auto">
          <a:xfrm>
            <a:off x="10132937" y="279345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Box 9">
            <a:extLst>
              <a:ext uri="{FF2B5EF4-FFF2-40B4-BE49-F238E27FC236}">
                <a16:creationId xmlns:a16="http://schemas.microsoft.com/office/drawing/2014/main" id="{849E81DE-E4CC-0B79-1CF3-67FB4A54C70C}"/>
              </a:ext>
            </a:extLst>
          </p:cNvPr>
          <p:cNvSpPr txBox="1">
            <a:spLocks noChangeArrowheads="1"/>
          </p:cNvSpPr>
          <p:nvPr/>
        </p:nvSpPr>
        <p:spPr bwMode="auto">
          <a:xfrm>
            <a:off x="9755384" y="3258569"/>
            <a:ext cx="12767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Aurora</a:t>
            </a:r>
          </a:p>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(PostgreSQL)</a:t>
            </a:r>
          </a:p>
        </p:txBody>
      </p:sp>
      <p:sp>
        <p:nvSpPr>
          <p:cNvPr id="33" name="TextBox 12">
            <a:extLst>
              <a:ext uri="{FF2B5EF4-FFF2-40B4-BE49-F238E27FC236}">
                <a16:creationId xmlns:a16="http://schemas.microsoft.com/office/drawing/2014/main" id="{3043E94A-538E-AF17-37BA-97114D091130}"/>
              </a:ext>
            </a:extLst>
          </p:cNvPr>
          <p:cNvSpPr txBox="1">
            <a:spLocks noChangeArrowheads="1"/>
          </p:cNvSpPr>
          <p:nvPr/>
        </p:nvSpPr>
        <p:spPr bwMode="auto">
          <a:xfrm>
            <a:off x="8099880" y="3231300"/>
            <a:ext cx="127678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Bedrock</a:t>
            </a:r>
          </a:p>
          <a:p>
            <a:pPr algn="ctr" eaLnBrk="1" hangingPunct="1"/>
            <a:r>
              <a:rPr lang="en-US" sz="900" b="0" i="0" dirty="0">
                <a:effectLst/>
                <a:latin typeface="Helvetica" pitchFamily="2" charset="0"/>
              </a:rPr>
              <a:t>(A</a:t>
            </a:r>
            <a:r>
              <a:rPr lang="en-US" sz="900" b="0" i="0" dirty="0">
                <a:effectLst/>
                <a:latin typeface="+mn-lt"/>
              </a:rPr>
              <a:t>mazon Titan Text Embeddings V2)</a:t>
            </a:r>
            <a:endParaRPr lang="en-US" altLang="en-US" sz="900" dirty="0">
              <a:latin typeface="+mn-lt"/>
              <a:ea typeface="Amazon Ember" panose="020B0603020204020204" pitchFamily="34" charset="0"/>
              <a:cs typeface="Arial" panose="020B0604020202020204" pitchFamily="34" charset="0"/>
            </a:endParaRPr>
          </a:p>
        </p:txBody>
      </p:sp>
      <p:sp>
        <p:nvSpPr>
          <p:cNvPr id="34" name="TextBox 12">
            <a:extLst>
              <a:ext uri="{FF2B5EF4-FFF2-40B4-BE49-F238E27FC236}">
                <a16:creationId xmlns:a16="http://schemas.microsoft.com/office/drawing/2014/main" id="{A91F2B66-3851-14F6-A200-2DE6B357B63F}"/>
              </a:ext>
            </a:extLst>
          </p:cNvPr>
          <p:cNvSpPr txBox="1">
            <a:spLocks noChangeArrowheads="1"/>
          </p:cNvSpPr>
          <p:nvPr/>
        </p:nvSpPr>
        <p:spPr bwMode="auto">
          <a:xfrm>
            <a:off x="8099903" y="4606485"/>
            <a:ext cx="127678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Amazon Bedrock</a:t>
            </a:r>
          </a:p>
          <a:p>
            <a:pPr algn="ctr" eaLnBrk="1" hangingPunct="1"/>
            <a:r>
              <a:rPr lang="en-US" sz="900" b="0" i="0" dirty="0">
                <a:effectLst/>
                <a:latin typeface="Helvetica" pitchFamily="2" charset="0"/>
              </a:rPr>
              <a:t>(</a:t>
            </a:r>
            <a:r>
              <a:rPr lang="en-US" sz="900" b="0" i="0" dirty="0" err="1">
                <a:effectLst/>
                <a:latin typeface="+mn-lt"/>
              </a:rPr>
              <a:t>Athropic</a:t>
            </a:r>
            <a:r>
              <a:rPr lang="en-US" sz="900" b="0" i="0" dirty="0">
                <a:effectLst/>
                <a:latin typeface="Helvetica" pitchFamily="2" charset="0"/>
              </a:rPr>
              <a:t> </a:t>
            </a:r>
            <a:r>
              <a:rPr lang="en-US" sz="900" dirty="0">
                <a:effectLst/>
                <a:latin typeface="Amazon Ember" panose="020B0603020204020204" pitchFamily="34" charset="0"/>
                <a:ea typeface="Amazon Ember" panose="020B0603020204020204" pitchFamily="34" charset="0"/>
                <a:cs typeface="Amazon Ember" panose="020B0603020204020204" pitchFamily="34" charset="0"/>
              </a:rPr>
              <a:t>Claude 3.5 Sonnet)</a:t>
            </a:r>
            <a:endParaRPr lang="en-US" altLang="en-US" sz="9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35" name="Graphic 10">
            <a:extLst>
              <a:ext uri="{FF2B5EF4-FFF2-40B4-BE49-F238E27FC236}">
                <a16:creationId xmlns:a16="http://schemas.microsoft.com/office/drawing/2014/main" id="{C70A19EB-4761-5277-B9A2-99ED6E5A64FD}"/>
              </a:ext>
            </a:extLst>
          </p:cNvPr>
          <p:cNvPicPr>
            <a:picLocks noChangeAspect="1" noChangeArrowheads="1"/>
          </p:cNvPicPr>
          <p:nvPr/>
        </p:nvPicPr>
        <p:blipFill>
          <a:blip r:embed="rId23">
            <a:extLst>
              <a:ext uri="{96DAC541-7B7A-43D3-8B79-37D633B846F1}">
                <asvg:svgBlip xmlns:asvg="http://schemas.microsoft.com/office/drawing/2016/SVG/main" r:embed="rId24"/>
              </a:ext>
            </a:extLst>
          </a:blip>
          <a:srcRect/>
          <a:stretch/>
        </p:blipFill>
        <p:spPr bwMode="auto">
          <a:xfrm>
            <a:off x="852172" y="320657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6">
            <a:extLst>
              <a:ext uri="{FF2B5EF4-FFF2-40B4-BE49-F238E27FC236}">
                <a16:creationId xmlns:a16="http://schemas.microsoft.com/office/drawing/2014/main" id="{8E13B2F1-2552-6BE7-5AA7-A5A415AC3BE9}"/>
              </a:ext>
            </a:extLst>
          </p:cNvPr>
          <p:cNvSpPr txBox="1">
            <a:spLocks noChangeArrowheads="1"/>
          </p:cNvSpPr>
          <p:nvPr/>
        </p:nvSpPr>
        <p:spPr bwMode="auto">
          <a:xfrm>
            <a:off x="689477" y="3677540"/>
            <a:ext cx="889106" cy="236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AWS Amplify</a:t>
            </a:r>
          </a:p>
        </p:txBody>
      </p:sp>
      <p:cxnSp>
        <p:nvCxnSpPr>
          <p:cNvPr id="40" name="Straight Arrow Connector 39">
            <a:extLst>
              <a:ext uri="{FF2B5EF4-FFF2-40B4-BE49-F238E27FC236}">
                <a16:creationId xmlns:a16="http://schemas.microsoft.com/office/drawing/2014/main" id="{0CC91E6C-9786-C8C8-3025-9A9FAD01686C}"/>
              </a:ext>
            </a:extLst>
          </p:cNvPr>
          <p:cNvCxnSpPr>
            <a:endCxn id="35" idx="2"/>
          </p:cNvCxnSpPr>
          <p:nvPr/>
        </p:nvCxnSpPr>
        <p:spPr>
          <a:xfrm flipH="1" flipV="1">
            <a:off x="1080772" y="3663773"/>
            <a:ext cx="4450" cy="750491"/>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CE821396-EB28-F2FF-80B6-47516CC0FFCE}"/>
              </a:ext>
            </a:extLst>
          </p:cNvPr>
          <p:cNvCxnSpPr>
            <a:stCxn id="35" idx="3"/>
            <a:endCxn id="11" idx="1"/>
          </p:cNvCxnSpPr>
          <p:nvPr/>
        </p:nvCxnSpPr>
        <p:spPr>
          <a:xfrm>
            <a:off x="1309372" y="3435173"/>
            <a:ext cx="1561400" cy="2232"/>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B967526A-7A0E-7DCF-9732-0A25A88F935F}"/>
              </a:ext>
            </a:extLst>
          </p:cNvPr>
          <p:cNvCxnSpPr>
            <a:stCxn id="35" idx="3"/>
            <a:endCxn id="9" idx="1"/>
          </p:cNvCxnSpPr>
          <p:nvPr/>
        </p:nvCxnSpPr>
        <p:spPr>
          <a:xfrm flipV="1">
            <a:off x="1309372" y="1926688"/>
            <a:ext cx="1783263" cy="1508485"/>
          </a:xfrm>
          <a:prstGeom prst="bentConnector3">
            <a:avLst>
              <a:gd name="adj1" fmla="val 33659"/>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8CD630C-9EF8-711E-08B4-5F964381C6CB}"/>
              </a:ext>
            </a:extLst>
          </p:cNvPr>
          <p:cNvCxnSpPr/>
          <p:nvPr/>
        </p:nvCxnSpPr>
        <p:spPr>
          <a:xfrm>
            <a:off x="3577213" y="1952460"/>
            <a:ext cx="1562545" cy="0"/>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963F252-96AF-12C2-0296-9ED12CBCD9FB}"/>
              </a:ext>
            </a:extLst>
          </p:cNvPr>
          <p:cNvCxnSpPr>
            <a:endCxn id="19" idx="1"/>
          </p:cNvCxnSpPr>
          <p:nvPr/>
        </p:nvCxnSpPr>
        <p:spPr>
          <a:xfrm>
            <a:off x="5596958" y="1924966"/>
            <a:ext cx="1214680" cy="0"/>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75F175C8-AAEC-461B-A041-187AE31B4866}"/>
              </a:ext>
            </a:extLst>
          </p:cNvPr>
          <p:cNvCxnSpPr>
            <a:cxnSpLocks/>
            <a:stCxn id="19" idx="3"/>
            <a:endCxn id="27" idx="0"/>
          </p:cNvCxnSpPr>
          <p:nvPr/>
        </p:nvCxnSpPr>
        <p:spPr>
          <a:xfrm>
            <a:off x="7268838" y="1924966"/>
            <a:ext cx="1455191" cy="828370"/>
          </a:xfrm>
          <a:prstGeom prst="bentConnector2">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687DF6B8-EB82-E112-E728-A43A7B61B3AE}"/>
              </a:ext>
            </a:extLst>
          </p:cNvPr>
          <p:cNvCxnSpPr>
            <a:cxnSpLocks/>
            <a:stCxn id="19" idx="3"/>
            <a:endCxn id="31" idx="0"/>
          </p:cNvCxnSpPr>
          <p:nvPr/>
        </p:nvCxnSpPr>
        <p:spPr>
          <a:xfrm>
            <a:off x="7268838" y="1924966"/>
            <a:ext cx="3092699" cy="868491"/>
          </a:xfrm>
          <a:prstGeom prst="bentConnector2">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E259875-9D93-4462-85B5-981F995AA37A}"/>
              </a:ext>
            </a:extLst>
          </p:cNvPr>
          <p:cNvCxnSpPr>
            <a:cxnSpLocks/>
            <a:stCxn id="13" idx="0"/>
            <a:endCxn id="11" idx="2"/>
          </p:cNvCxnSpPr>
          <p:nvPr/>
        </p:nvCxnSpPr>
        <p:spPr>
          <a:xfrm flipV="1">
            <a:off x="3099371" y="3666005"/>
            <a:ext cx="1" cy="789525"/>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28504FF-94C1-9D75-DE5D-1D845EA08306}"/>
              </a:ext>
            </a:extLst>
          </p:cNvPr>
          <p:cNvSpPr txBox="1">
            <a:spLocks noChangeArrowheads="1"/>
          </p:cNvSpPr>
          <p:nvPr/>
        </p:nvSpPr>
        <p:spPr bwMode="auto">
          <a:xfrm>
            <a:off x="1884872" y="3225105"/>
            <a:ext cx="56459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AUTH</a:t>
            </a:r>
          </a:p>
        </p:txBody>
      </p:sp>
      <p:sp>
        <p:nvSpPr>
          <p:cNvPr id="69" name="TextBox 68">
            <a:extLst>
              <a:ext uri="{FF2B5EF4-FFF2-40B4-BE49-F238E27FC236}">
                <a16:creationId xmlns:a16="http://schemas.microsoft.com/office/drawing/2014/main" id="{C9A16CCE-95C7-03CA-6C6E-DC6B9CB18245}"/>
              </a:ext>
            </a:extLst>
          </p:cNvPr>
          <p:cNvSpPr txBox="1">
            <a:spLocks noChangeArrowheads="1"/>
          </p:cNvSpPr>
          <p:nvPr/>
        </p:nvSpPr>
        <p:spPr bwMode="auto">
          <a:xfrm>
            <a:off x="1907060" y="1708421"/>
            <a:ext cx="82823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STORAGE</a:t>
            </a:r>
          </a:p>
        </p:txBody>
      </p:sp>
      <p:sp>
        <p:nvSpPr>
          <p:cNvPr id="70" name="TextBox 69">
            <a:extLst>
              <a:ext uri="{FF2B5EF4-FFF2-40B4-BE49-F238E27FC236}">
                <a16:creationId xmlns:a16="http://schemas.microsoft.com/office/drawing/2014/main" id="{3A1A9FDF-946B-3818-575E-81711A419AC0}"/>
              </a:ext>
            </a:extLst>
          </p:cNvPr>
          <p:cNvSpPr txBox="1">
            <a:spLocks noChangeArrowheads="1"/>
          </p:cNvSpPr>
          <p:nvPr/>
        </p:nvSpPr>
        <p:spPr bwMode="auto">
          <a:xfrm>
            <a:off x="3049130" y="3978238"/>
            <a:ext cx="742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Cognito</a:t>
            </a:r>
          </a:p>
          <a:p>
            <a:pP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Authorizer</a:t>
            </a:r>
          </a:p>
        </p:txBody>
      </p:sp>
      <p:cxnSp>
        <p:nvCxnSpPr>
          <p:cNvPr id="72" name="Straight Arrow Connector 71">
            <a:extLst>
              <a:ext uri="{FF2B5EF4-FFF2-40B4-BE49-F238E27FC236}">
                <a16:creationId xmlns:a16="http://schemas.microsoft.com/office/drawing/2014/main" id="{A2FFF3F2-B7D9-F77E-34AF-0C3BE1FF8613}"/>
              </a:ext>
            </a:extLst>
          </p:cNvPr>
          <p:cNvCxnSpPr>
            <a:cxnSpLocks/>
            <a:stCxn id="17" idx="3"/>
            <a:endCxn id="13" idx="1"/>
          </p:cNvCxnSpPr>
          <p:nvPr/>
        </p:nvCxnSpPr>
        <p:spPr>
          <a:xfrm>
            <a:off x="1309372" y="4683056"/>
            <a:ext cx="1561399" cy="1074"/>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5E5CCDBA-52AF-72DA-C252-7469D693F131}"/>
              </a:ext>
            </a:extLst>
          </p:cNvPr>
          <p:cNvCxnSpPr>
            <a:endCxn id="23" idx="1"/>
          </p:cNvCxnSpPr>
          <p:nvPr/>
        </p:nvCxnSpPr>
        <p:spPr>
          <a:xfrm>
            <a:off x="3327971" y="4683056"/>
            <a:ext cx="2580765" cy="0"/>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E13FC4C-EA81-0502-CDD3-EA8424761D21}"/>
              </a:ext>
            </a:extLst>
          </p:cNvPr>
          <p:cNvSpPr txBox="1">
            <a:spLocks noChangeArrowheads="1"/>
          </p:cNvSpPr>
          <p:nvPr/>
        </p:nvSpPr>
        <p:spPr bwMode="auto">
          <a:xfrm>
            <a:off x="3993492" y="4727514"/>
            <a:ext cx="14505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[GET, POST] /channels/{id}/messages</a:t>
            </a:r>
          </a:p>
        </p:txBody>
      </p:sp>
      <p:cxnSp>
        <p:nvCxnSpPr>
          <p:cNvPr id="78" name="Elbow Connector 77">
            <a:extLst>
              <a:ext uri="{FF2B5EF4-FFF2-40B4-BE49-F238E27FC236}">
                <a16:creationId xmlns:a16="http://schemas.microsoft.com/office/drawing/2014/main" id="{E6C3FEE4-783C-5330-998D-375E5D43C77C}"/>
              </a:ext>
            </a:extLst>
          </p:cNvPr>
          <p:cNvCxnSpPr>
            <a:endCxn id="21" idx="1"/>
          </p:cNvCxnSpPr>
          <p:nvPr/>
        </p:nvCxnSpPr>
        <p:spPr>
          <a:xfrm flipV="1">
            <a:off x="3336971" y="3435173"/>
            <a:ext cx="2596485" cy="1247883"/>
          </a:xfrm>
          <a:prstGeom prst="bentConnector3">
            <a:avLst>
              <a:gd name="adj1" fmla="val 2020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16BAE32-8F93-10A1-AD5A-C49743A96BCB}"/>
              </a:ext>
            </a:extLst>
          </p:cNvPr>
          <p:cNvSpPr txBox="1">
            <a:spLocks noChangeArrowheads="1"/>
          </p:cNvSpPr>
          <p:nvPr/>
        </p:nvSpPr>
        <p:spPr bwMode="auto">
          <a:xfrm>
            <a:off x="3973850" y="3480626"/>
            <a:ext cx="145056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[GET] /channels</a:t>
            </a:r>
          </a:p>
        </p:txBody>
      </p:sp>
      <p:cxnSp>
        <p:nvCxnSpPr>
          <p:cNvPr id="82" name="Elbow Connector 81">
            <a:extLst>
              <a:ext uri="{FF2B5EF4-FFF2-40B4-BE49-F238E27FC236}">
                <a16:creationId xmlns:a16="http://schemas.microsoft.com/office/drawing/2014/main" id="{F1D60C2B-A049-A7D6-C3A7-5CEDA76EE939}"/>
              </a:ext>
            </a:extLst>
          </p:cNvPr>
          <p:cNvCxnSpPr>
            <a:cxnSpLocks/>
            <a:stCxn id="21" idx="2"/>
            <a:endCxn id="29" idx="0"/>
          </p:cNvCxnSpPr>
          <p:nvPr/>
        </p:nvCxnSpPr>
        <p:spPr>
          <a:xfrm rot="16200000" flipH="1">
            <a:off x="8038172" y="1787657"/>
            <a:ext cx="467032" cy="4219264"/>
          </a:xfrm>
          <a:prstGeom prst="bentConnector3">
            <a:avLst>
              <a:gd name="adj1" fmla="val 62909"/>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Elbow Connector 96">
            <a:extLst>
              <a:ext uri="{FF2B5EF4-FFF2-40B4-BE49-F238E27FC236}">
                <a16:creationId xmlns:a16="http://schemas.microsoft.com/office/drawing/2014/main" id="{952F74C9-C666-B137-5A86-B875148F40CB}"/>
              </a:ext>
            </a:extLst>
          </p:cNvPr>
          <p:cNvCxnSpPr>
            <a:stCxn id="23" idx="3"/>
            <a:endCxn id="27" idx="1"/>
          </p:cNvCxnSpPr>
          <p:nvPr/>
        </p:nvCxnSpPr>
        <p:spPr>
          <a:xfrm flipV="1">
            <a:off x="6365936" y="2981936"/>
            <a:ext cx="2129493" cy="1701120"/>
          </a:xfrm>
          <a:prstGeom prst="bentConnector3">
            <a:avLst>
              <a:gd name="adj1" fmla="val 44810"/>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Elbow Connector 100">
            <a:extLst>
              <a:ext uri="{FF2B5EF4-FFF2-40B4-BE49-F238E27FC236}">
                <a16:creationId xmlns:a16="http://schemas.microsoft.com/office/drawing/2014/main" id="{D2238DD0-18A8-B1EF-C09E-0EF191385C63}"/>
              </a:ext>
            </a:extLst>
          </p:cNvPr>
          <p:cNvCxnSpPr>
            <a:endCxn id="28" idx="1"/>
          </p:cNvCxnSpPr>
          <p:nvPr/>
        </p:nvCxnSpPr>
        <p:spPr>
          <a:xfrm flipV="1">
            <a:off x="6390656" y="4359405"/>
            <a:ext cx="2119015" cy="323651"/>
          </a:xfrm>
          <a:prstGeom prst="bentConnector3">
            <a:avLst>
              <a:gd name="adj1" fmla="val 43835"/>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Elbow Connector 103">
            <a:extLst>
              <a:ext uri="{FF2B5EF4-FFF2-40B4-BE49-F238E27FC236}">
                <a16:creationId xmlns:a16="http://schemas.microsoft.com/office/drawing/2014/main" id="{D0D3EAD3-CD43-B83C-DC34-AEA33E03B92E}"/>
              </a:ext>
            </a:extLst>
          </p:cNvPr>
          <p:cNvCxnSpPr>
            <a:cxnSpLocks/>
            <a:stCxn id="23" idx="2"/>
            <a:endCxn id="29" idx="2"/>
          </p:cNvCxnSpPr>
          <p:nvPr/>
        </p:nvCxnSpPr>
        <p:spPr>
          <a:xfrm rot="5400000" flipH="1" flipV="1">
            <a:off x="8097502" y="2627839"/>
            <a:ext cx="323651" cy="4243984"/>
          </a:xfrm>
          <a:prstGeom prst="bentConnector3">
            <a:avLst>
              <a:gd name="adj1" fmla="val -160668"/>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Elbow Connector 111">
            <a:extLst>
              <a:ext uri="{FF2B5EF4-FFF2-40B4-BE49-F238E27FC236}">
                <a16:creationId xmlns:a16="http://schemas.microsoft.com/office/drawing/2014/main" id="{EC82B7F4-6E1B-4417-0623-A9D90EEE475F}"/>
              </a:ext>
            </a:extLst>
          </p:cNvPr>
          <p:cNvCxnSpPr>
            <a:stCxn id="23" idx="2"/>
            <a:endCxn id="31" idx="3"/>
          </p:cNvCxnSpPr>
          <p:nvPr/>
        </p:nvCxnSpPr>
        <p:spPr>
          <a:xfrm rot="5400000" flipH="1" flipV="1">
            <a:off x="7418936" y="1740456"/>
            <a:ext cx="1889599" cy="4452801"/>
          </a:xfrm>
          <a:prstGeom prst="bentConnector4">
            <a:avLst>
              <a:gd name="adj1" fmla="val -27519"/>
              <a:gd name="adj2" fmla="val 111453"/>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5" name="Graphic 17">
            <a:extLst>
              <a:ext uri="{FF2B5EF4-FFF2-40B4-BE49-F238E27FC236}">
                <a16:creationId xmlns:a16="http://schemas.microsoft.com/office/drawing/2014/main" id="{DC4CA38C-01AB-E4C8-B4D3-D54406256952}"/>
              </a:ext>
            </a:extLst>
          </p:cNvPr>
          <p:cNvPicPr>
            <a:picLocks noChangeAspect="1" noChangeArrowheads="1"/>
          </p:cNvPicPr>
          <p:nvPr/>
        </p:nvPicPr>
        <p:blipFill>
          <a:blip r:embed="rId25">
            <a:extLst>
              <a:ext uri="{96DAC541-7B7A-43D3-8B79-37D633B846F1}">
                <asvg:svgBlip xmlns:asvg="http://schemas.microsoft.com/office/drawing/2016/SVG/main" r:embed="rId26"/>
              </a:ext>
            </a:extLst>
          </a:blip>
          <a:srcRect/>
          <a:stretch/>
        </p:blipFill>
        <p:spPr bwMode="auto">
          <a:xfrm>
            <a:off x="10882628" y="14839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 name="TextBox 11">
            <a:extLst>
              <a:ext uri="{FF2B5EF4-FFF2-40B4-BE49-F238E27FC236}">
                <a16:creationId xmlns:a16="http://schemas.microsoft.com/office/drawing/2014/main" id="{C0FCB5E6-8AF1-9E2D-8EC6-1FC0BFD38BCD}"/>
              </a:ext>
            </a:extLst>
          </p:cNvPr>
          <p:cNvSpPr txBox="1">
            <a:spLocks noChangeArrowheads="1"/>
          </p:cNvSpPr>
          <p:nvPr/>
        </p:nvSpPr>
        <p:spPr bwMode="auto">
          <a:xfrm>
            <a:off x="10393775" y="1949037"/>
            <a:ext cx="135704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AWS Secrets Manager</a:t>
            </a:r>
          </a:p>
        </p:txBody>
      </p:sp>
      <p:sp>
        <p:nvSpPr>
          <p:cNvPr id="4" name="Oval 3">
            <a:extLst>
              <a:ext uri="{FF2B5EF4-FFF2-40B4-BE49-F238E27FC236}">
                <a16:creationId xmlns:a16="http://schemas.microsoft.com/office/drawing/2014/main" id="{ECDE99B0-0126-C53A-F495-2EE492C363F9}"/>
              </a:ext>
            </a:extLst>
          </p:cNvPr>
          <p:cNvSpPr>
            <a:spLocks noChangeAspect="1"/>
          </p:cNvSpPr>
          <p:nvPr/>
        </p:nvSpPr>
        <p:spPr bwMode="auto">
          <a:xfrm>
            <a:off x="2403750" y="3109104"/>
            <a:ext cx="274320" cy="27432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1</a:t>
            </a:r>
          </a:p>
        </p:txBody>
      </p:sp>
      <p:sp>
        <p:nvSpPr>
          <p:cNvPr id="5" name="Oval 4">
            <a:extLst>
              <a:ext uri="{FF2B5EF4-FFF2-40B4-BE49-F238E27FC236}">
                <a16:creationId xmlns:a16="http://schemas.microsoft.com/office/drawing/2014/main" id="{67A3FE68-55A6-F0E6-C6CB-75805F584436}"/>
              </a:ext>
            </a:extLst>
          </p:cNvPr>
          <p:cNvSpPr>
            <a:spLocks noChangeAspect="1"/>
          </p:cNvSpPr>
          <p:nvPr/>
        </p:nvSpPr>
        <p:spPr bwMode="auto">
          <a:xfrm>
            <a:off x="2280244" y="2004722"/>
            <a:ext cx="274320" cy="27432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2</a:t>
            </a:r>
          </a:p>
        </p:txBody>
      </p:sp>
      <p:sp>
        <p:nvSpPr>
          <p:cNvPr id="25" name="Oval 24">
            <a:extLst>
              <a:ext uri="{FF2B5EF4-FFF2-40B4-BE49-F238E27FC236}">
                <a16:creationId xmlns:a16="http://schemas.microsoft.com/office/drawing/2014/main" id="{A5ABEBA0-5515-352A-934D-FB5F9FC89177}"/>
              </a:ext>
            </a:extLst>
          </p:cNvPr>
          <p:cNvSpPr>
            <a:spLocks noChangeAspect="1"/>
          </p:cNvSpPr>
          <p:nvPr/>
        </p:nvSpPr>
        <p:spPr bwMode="auto">
          <a:xfrm>
            <a:off x="4226327" y="1996918"/>
            <a:ext cx="274320" cy="27432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3</a:t>
            </a:r>
          </a:p>
        </p:txBody>
      </p:sp>
      <p:sp>
        <p:nvSpPr>
          <p:cNvPr id="26" name="Oval 25">
            <a:extLst>
              <a:ext uri="{FF2B5EF4-FFF2-40B4-BE49-F238E27FC236}">
                <a16:creationId xmlns:a16="http://schemas.microsoft.com/office/drawing/2014/main" id="{2C98FB78-8349-0BEF-EF87-F0EED5A26789}"/>
              </a:ext>
            </a:extLst>
          </p:cNvPr>
          <p:cNvSpPr>
            <a:spLocks noChangeAspect="1"/>
          </p:cNvSpPr>
          <p:nvPr/>
        </p:nvSpPr>
        <p:spPr bwMode="auto">
          <a:xfrm>
            <a:off x="6024896" y="2001240"/>
            <a:ext cx="274320" cy="27432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4</a:t>
            </a:r>
          </a:p>
        </p:txBody>
      </p:sp>
      <p:sp>
        <p:nvSpPr>
          <p:cNvPr id="37" name="Oval 36">
            <a:extLst>
              <a:ext uri="{FF2B5EF4-FFF2-40B4-BE49-F238E27FC236}">
                <a16:creationId xmlns:a16="http://schemas.microsoft.com/office/drawing/2014/main" id="{0A664EB3-A371-4652-B04F-745B39B1CD86}"/>
              </a:ext>
            </a:extLst>
          </p:cNvPr>
          <p:cNvSpPr>
            <a:spLocks noChangeAspect="1"/>
          </p:cNvSpPr>
          <p:nvPr/>
        </p:nvSpPr>
        <p:spPr bwMode="auto">
          <a:xfrm>
            <a:off x="8372511" y="2242928"/>
            <a:ext cx="274320" cy="27432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5</a:t>
            </a:r>
          </a:p>
        </p:txBody>
      </p:sp>
      <p:sp>
        <p:nvSpPr>
          <p:cNvPr id="38" name="Oval 37">
            <a:extLst>
              <a:ext uri="{FF2B5EF4-FFF2-40B4-BE49-F238E27FC236}">
                <a16:creationId xmlns:a16="http://schemas.microsoft.com/office/drawing/2014/main" id="{0ED1EE71-4DC2-EEE0-17D9-0C24E6FEABB9}"/>
              </a:ext>
            </a:extLst>
          </p:cNvPr>
          <p:cNvSpPr>
            <a:spLocks noChangeAspect="1"/>
          </p:cNvSpPr>
          <p:nvPr/>
        </p:nvSpPr>
        <p:spPr bwMode="auto">
          <a:xfrm>
            <a:off x="10018732" y="2224274"/>
            <a:ext cx="274320" cy="27432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6</a:t>
            </a:r>
          </a:p>
        </p:txBody>
      </p:sp>
      <p:sp>
        <p:nvSpPr>
          <p:cNvPr id="39" name="Oval 38">
            <a:extLst>
              <a:ext uri="{FF2B5EF4-FFF2-40B4-BE49-F238E27FC236}">
                <a16:creationId xmlns:a16="http://schemas.microsoft.com/office/drawing/2014/main" id="{32DE7B5D-FF40-2AB9-3DC4-A8362FF91CD0}"/>
              </a:ext>
            </a:extLst>
          </p:cNvPr>
          <p:cNvSpPr>
            <a:spLocks noChangeAspect="1"/>
          </p:cNvSpPr>
          <p:nvPr/>
        </p:nvSpPr>
        <p:spPr bwMode="auto">
          <a:xfrm>
            <a:off x="2180562" y="3544435"/>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1</a:t>
            </a:r>
          </a:p>
        </p:txBody>
      </p:sp>
      <p:sp>
        <p:nvSpPr>
          <p:cNvPr id="41" name="Oval 40">
            <a:extLst>
              <a:ext uri="{FF2B5EF4-FFF2-40B4-BE49-F238E27FC236}">
                <a16:creationId xmlns:a16="http://schemas.microsoft.com/office/drawing/2014/main" id="{4B5A88DD-3B2D-1481-52B9-7761D9FDF195}"/>
              </a:ext>
            </a:extLst>
          </p:cNvPr>
          <p:cNvSpPr>
            <a:spLocks noChangeAspect="1"/>
          </p:cNvSpPr>
          <p:nvPr/>
        </p:nvSpPr>
        <p:spPr bwMode="auto">
          <a:xfrm>
            <a:off x="2186218" y="4359405"/>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2</a:t>
            </a:r>
          </a:p>
        </p:txBody>
      </p:sp>
      <p:sp>
        <p:nvSpPr>
          <p:cNvPr id="42" name="Oval 41">
            <a:extLst>
              <a:ext uri="{FF2B5EF4-FFF2-40B4-BE49-F238E27FC236}">
                <a16:creationId xmlns:a16="http://schemas.microsoft.com/office/drawing/2014/main" id="{17D2262E-F6CE-E745-A0BF-7CC5845EB033}"/>
              </a:ext>
            </a:extLst>
          </p:cNvPr>
          <p:cNvSpPr>
            <a:spLocks noChangeAspect="1"/>
          </p:cNvSpPr>
          <p:nvPr/>
        </p:nvSpPr>
        <p:spPr bwMode="auto">
          <a:xfrm>
            <a:off x="2787311" y="4043377"/>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3</a:t>
            </a:r>
          </a:p>
        </p:txBody>
      </p:sp>
      <p:sp>
        <p:nvSpPr>
          <p:cNvPr id="44" name="Oval 43">
            <a:extLst>
              <a:ext uri="{FF2B5EF4-FFF2-40B4-BE49-F238E27FC236}">
                <a16:creationId xmlns:a16="http://schemas.microsoft.com/office/drawing/2014/main" id="{8CC86771-DC0A-D960-827F-B5169D6C9177}"/>
              </a:ext>
            </a:extLst>
          </p:cNvPr>
          <p:cNvSpPr>
            <a:spLocks noChangeAspect="1"/>
          </p:cNvSpPr>
          <p:nvPr/>
        </p:nvSpPr>
        <p:spPr bwMode="auto">
          <a:xfrm>
            <a:off x="5019324" y="3500786"/>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4</a:t>
            </a:r>
          </a:p>
        </p:txBody>
      </p:sp>
      <p:sp>
        <p:nvSpPr>
          <p:cNvPr id="46" name="Oval 45">
            <a:extLst>
              <a:ext uri="{FF2B5EF4-FFF2-40B4-BE49-F238E27FC236}">
                <a16:creationId xmlns:a16="http://schemas.microsoft.com/office/drawing/2014/main" id="{75458B12-6877-B927-2557-5E6C66734B91}"/>
              </a:ext>
            </a:extLst>
          </p:cNvPr>
          <p:cNvSpPr>
            <a:spLocks noChangeAspect="1"/>
          </p:cNvSpPr>
          <p:nvPr/>
        </p:nvSpPr>
        <p:spPr bwMode="auto">
          <a:xfrm>
            <a:off x="9424347" y="4064800"/>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5</a:t>
            </a:r>
          </a:p>
        </p:txBody>
      </p:sp>
      <p:sp>
        <p:nvSpPr>
          <p:cNvPr id="48" name="Oval 47">
            <a:extLst>
              <a:ext uri="{FF2B5EF4-FFF2-40B4-BE49-F238E27FC236}">
                <a16:creationId xmlns:a16="http://schemas.microsoft.com/office/drawing/2014/main" id="{2518E503-0A25-52EB-6A4B-425B7C3DCC36}"/>
              </a:ext>
            </a:extLst>
          </p:cNvPr>
          <p:cNvSpPr>
            <a:spLocks noChangeAspect="1"/>
          </p:cNvSpPr>
          <p:nvPr/>
        </p:nvSpPr>
        <p:spPr bwMode="auto">
          <a:xfrm>
            <a:off x="5416690" y="4757375"/>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6</a:t>
            </a:r>
          </a:p>
        </p:txBody>
      </p:sp>
      <p:sp>
        <p:nvSpPr>
          <p:cNvPr id="50" name="Oval 49">
            <a:extLst>
              <a:ext uri="{FF2B5EF4-FFF2-40B4-BE49-F238E27FC236}">
                <a16:creationId xmlns:a16="http://schemas.microsoft.com/office/drawing/2014/main" id="{8F55D970-3E52-CD1D-EF88-1EB435E062CF}"/>
              </a:ext>
            </a:extLst>
          </p:cNvPr>
          <p:cNvSpPr>
            <a:spLocks noChangeAspect="1"/>
          </p:cNvSpPr>
          <p:nvPr/>
        </p:nvSpPr>
        <p:spPr bwMode="auto">
          <a:xfrm>
            <a:off x="7688400" y="3048648"/>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7</a:t>
            </a:r>
          </a:p>
        </p:txBody>
      </p:sp>
      <p:sp>
        <p:nvSpPr>
          <p:cNvPr id="54" name="Oval 53">
            <a:extLst>
              <a:ext uri="{FF2B5EF4-FFF2-40B4-BE49-F238E27FC236}">
                <a16:creationId xmlns:a16="http://schemas.microsoft.com/office/drawing/2014/main" id="{2C3F6BFA-BED3-D706-5455-3B341E53A3BC}"/>
              </a:ext>
            </a:extLst>
          </p:cNvPr>
          <p:cNvSpPr>
            <a:spLocks noChangeAspect="1"/>
          </p:cNvSpPr>
          <p:nvPr/>
        </p:nvSpPr>
        <p:spPr bwMode="auto">
          <a:xfrm>
            <a:off x="9995777" y="5000159"/>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10</a:t>
            </a:r>
          </a:p>
        </p:txBody>
      </p:sp>
      <p:sp>
        <p:nvSpPr>
          <p:cNvPr id="55" name="Oval 54">
            <a:extLst>
              <a:ext uri="{FF2B5EF4-FFF2-40B4-BE49-F238E27FC236}">
                <a16:creationId xmlns:a16="http://schemas.microsoft.com/office/drawing/2014/main" id="{4BB87EBF-C528-3094-E70D-E2D8D42E8C74}"/>
              </a:ext>
            </a:extLst>
          </p:cNvPr>
          <p:cNvSpPr>
            <a:spLocks noChangeAspect="1"/>
          </p:cNvSpPr>
          <p:nvPr/>
        </p:nvSpPr>
        <p:spPr bwMode="auto">
          <a:xfrm>
            <a:off x="1495754" y="4751556"/>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11</a:t>
            </a:r>
          </a:p>
        </p:txBody>
      </p:sp>
      <p:sp>
        <p:nvSpPr>
          <p:cNvPr id="56" name="Oval 55">
            <a:extLst>
              <a:ext uri="{FF2B5EF4-FFF2-40B4-BE49-F238E27FC236}">
                <a16:creationId xmlns:a16="http://schemas.microsoft.com/office/drawing/2014/main" id="{F0B245DC-8851-87AC-D6D1-06552C32F91D}"/>
              </a:ext>
            </a:extLst>
          </p:cNvPr>
          <p:cNvSpPr>
            <a:spLocks noChangeAspect="1"/>
          </p:cNvSpPr>
          <p:nvPr/>
        </p:nvSpPr>
        <p:spPr bwMode="auto">
          <a:xfrm>
            <a:off x="10776717" y="3558176"/>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8</a:t>
            </a:r>
          </a:p>
        </p:txBody>
      </p:sp>
      <p:sp>
        <p:nvSpPr>
          <p:cNvPr id="57" name="Oval 56">
            <a:extLst>
              <a:ext uri="{FF2B5EF4-FFF2-40B4-BE49-F238E27FC236}">
                <a16:creationId xmlns:a16="http://schemas.microsoft.com/office/drawing/2014/main" id="{CA60D04C-569F-B007-FCF5-CEB254BB8496}"/>
              </a:ext>
            </a:extLst>
          </p:cNvPr>
          <p:cNvSpPr>
            <a:spLocks noChangeAspect="1"/>
          </p:cNvSpPr>
          <p:nvPr/>
        </p:nvSpPr>
        <p:spPr bwMode="auto">
          <a:xfrm>
            <a:off x="7730682" y="4414264"/>
            <a:ext cx="274320" cy="274320"/>
          </a:xfrm>
          <a:prstGeom prst="ellipse">
            <a:avLst/>
          </a:prstGeom>
          <a:solidFill>
            <a:schemeClr val="accent3">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p>
            <a:pPr algn="ctr" eaLnBrk="1" fontAlgn="auto" hangingPunct="1">
              <a:spcBef>
                <a:spcPts val="0"/>
              </a:spcBef>
              <a:spcAft>
                <a:spcPts val="0"/>
              </a:spcAft>
              <a:defRPr/>
            </a:pPr>
            <a:r>
              <a:rPr lang="en-US" sz="900" b="1" dirty="0">
                <a:solidFill>
                  <a:schemeClr val="bg1"/>
                </a:solidFill>
                <a:latin typeface="Arial" panose="020B0604020202020204" pitchFamily="34" charset="0"/>
                <a:cs typeface="Arial" panose="020B0604020202020204" pitchFamily="34" charset="0"/>
              </a:rPr>
              <a:t>9</a:t>
            </a:r>
          </a:p>
        </p:txBody>
      </p:sp>
      <p:sp>
        <p:nvSpPr>
          <p:cNvPr id="52" name="TextBox 51">
            <a:extLst>
              <a:ext uri="{FF2B5EF4-FFF2-40B4-BE49-F238E27FC236}">
                <a16:creationId xmlns:a16="http://schemas.microsoft.com/office/drawing/2014/main" id="{9AF4667A-EC5C-0C76-493C-01062A304C92}"/>
              </a:ext>
            </a:extLst>
          </p:cNvPr>
          <p:cNvSpPr txBox="1">
            <a:spLocks noChangeArrowheads="1"/>
          </p:cNvSpPr>
          <p:nvPr/>
        </p:nvSpPr>
        <p:spPr bwMode="auto">
          <a:xfrm>
            <a:off x="1441748" y="4472589"/>
            <a:ext cx="8071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900" dirty="0">
                <a:latin typeface="Arial" panose="020B0604020202020204" pitchFamily="34" charset="0"/>
                <a:ea typeface="Amazon Ember" panose="020B0603020204020204" pitchFamily="34" charset="0"/>
                <a:cs typeface="Arial" panose="020B0604020202020204" pitchFamily="34" charset="0"/>
              </a:rPr>
              <a:t>JWT Token</a:t>
            </a:r>
          </a:p>
        </p:txBody>
      </p:sp>
    </p:spTree>
    <p:extLst>
      <p:ext uri="{BB962C8B-B14F-4D97-AF65-F5344CB8AC3E}">
        <p14:creationId xmlns:p14="http://schemas.microsoft.com/office/powerpoint/2010/main" val="3574045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79839-5C5F-3DA0-2DD2-9CAC972C651F}"/>
              </a:ext>
            </a:extLst>
          </p:cNvPr>
          <p:cNvSpPr>
            <a:spLocks noGrp="1"/>
          </p:cNvSpPr>
          <p:nvPr>
            <p:ph type="body" sz="quarter" idx="10"/>
          </p:nvPr>
        </p:nvSpPr>
        <p:spPr>
          <a:xfrm>
            <a:off x="425038" y="1365662"/>
            <a:ext cx="11430000" cy="5444567"/>
          </a:xfrm>
        </p:spPr>
        <p:txBody>
          <a:bodyPr/>
          <a:lstStyle/>
          <a:p>
            <a:r>
              <a:rPr lang="en-IN" dirty="0"/>
              <a:t>• Cloud-Native, Serverless Design (AWS)</a:t>
            </a:r>
          </a:p>
          <a:p>
            <a:r>
              <a:rPr lang="en-IN" dirty="0"/>
              <a:t>• Components:</a:t>
            </a:r>
          </a:p>
          <a:p>
            <a:r>
              <a:rPr lang="en-IN" dirty="0"/>
              <a:t>   - Storage: S3, Aurora PostgreSQL (</a:t>
            </a:r>
            <a:r>
              <a:rPr lang="en-IN" dirty="0" err="1"/>
              <a:t>pgvector</a:t>
            </a:r>
            <a:r>
              <a:rPr lang="en-IN" dirty="0"/>
              <a:t>), DynamoDB</a:t>
            </a:r>
          </a:p>
          <a:p>
            <a:r>
              <a:rPr lang="en-IN" dirty="0"/>
              <a:t>   - AI/ML: Amazon Bedrock (Titan Embeddings + Claude 3 Sonnet)</a:t>
            </a:r>
          </a:p>
          <a:p>
            <a:r>
              <a:rPr lang="en-IN" dirty="0"/>
              <a:t>   - Compute: AWS Lambda</a:t>
            </a:r>
          </a:p>
          <a:p>
            <a:r>
              <a:rPr lang="en-IN" dirty="0"/>
              <a:t>   - Security: Cognito, Secrets Manager</a:t>
            </a:r>
          </a:p>
          <a:p>
            <a:r>
              <a:rPr lang="en-IN" dirty="0"/>
              <a:t>• Flow: Upload → Embedding → Retrieval → AI-powered Response</a:t>
            </a:r>
          </a:p>
          <a:p>
            <a:endParaRPr lang="en-US" dirty="0"/>
          </a:p>
        </p:txBody>
      </p:sp>
      <p:sp>
        <p:nvSpPr>
          <p:cNvPr id="3" name="Title 2">
            <a:extLst>
              <a:ext uri="{FF2B5EF4-FFF2-40B4-BE49-F238E27FC236}">
                <a16:creationId xmlns:a16="http://schemas.microsoft.com/office/drawing/2014/main" id="{0DEE5A10-319A-2CEF-E9D2-1761A4B63A3F}"/>
              </a:ext>
            </a:extLst>
          </p:cNvPr>
          <p:cNvSpPr>
            <a:spLocks noGrp="1"/>
          </p:cNvSpPr>
          <p:nvPr>
            <p:ph type="title"/>
          </p:nvPr>
        </p:nvSpPr>
        <p:spPr/>
        <p:txBody>
          <a:bodyPr/>
          <a:lstStyle/>
          <a:p>
            <a:r>
              <a:rPr lang="en-IN" dirty="0"/>
              <a:t>Architecture</a:t>
            </a:r>
            <a:endParaRPr lang="en-US" dirty="0"/>
          </a:p>
        </p:txBody>
      </p:sp>
      <p:sp>
        <p:nvSpPr>
          <p:cNvPr id="4" name="Slide Number Placeholder 3">
            <a:extLst>
              <a:ext uri="{FF2B5EF4-FFF2-40B4-BE49-F238E27FC236}">
                <a16:creationId xmlns:a16="http://schemas.microsoft.com/office/drawing/2014/main" id="{E1579433-86DE-EC49-7B08-BAFB19A4DACD}"/>
              </a:ext>
            </a:extLst>
          </p:cNvPr>
          <p:cNvSpPr>
            <a:spLocks noGrp="1"/>
          </p:cNvSpPr>
          <p:nvPr>
            <p:ph type="sldNum" sz="quarter" idx="13"/>
          </p:nvPr>
        </p:nvSpPr>
        <p:spPr/>
        <p:txBody>
          <a:bodyPr/>
          <a:lstStyle/>
          <a:p>
            <a:fld id="{DC503246-BBCE-4F0A-BCDC-08FC4C52637D}" type="slidenum">
              <a:rPr lang="en-US" smtClean="0"/>
              <a:pPr/>
              <a:t>8</a:t>
            </a:fld>
            <a:endParaRPr lang="en-US"/>
          </a:p>
        </p:txBody>
      </p:sp>
    </p:spTree>
    <p:extLst>
      <p:ext uri="{BB962C8B-B14F-4D97-AF65-F5344CB8AC3E}">
        <p14:creationId xmlns:p14="http://schemas.microsoft.com/office/powerpoint/2010/main" val="264417486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95CF03-69A6-35B7-B5F2-B3E3EC5C53C8}"/>
              </a:ext>
            </a:extLst>
          </p:cNvPr>
          <p:cNvSpPr>
            <a:spLocks noGrp="1"/>
          </p:cNvSpPr>
          <p:nvPr>
            <p:ph type="body" sz="quarter" idx="10"/>
          </p:nvPr>
        </p:nvSpPr>
        <p:spPr>
          <a:xfrm>
            <a:off x="425038" y="1365662"/>
            <a:ext cx="11430000" cy="4727448"/>
          </a:xfrm>
        </p:spPr>
        <p:txBody>
          <a:bodyPr/>
          <a:lstStyle/>
          <a:p>
            <a:r>
              <a:rPr lang="en-IN" dirty="0"/>
              <a:t>• Fully deployed AWS architecture</a:t>
            </a:r>
          </a:p>
          <a:p>
            <a:r>
              <a:rPr lang="en-IN" dirty="0"/>
              <a:t>• Backend: Serverless pipelines with Lambda &amp; </a:t>
            </a:r>
            <a:r>
              <a:rPr lang="en-IN" dirty="0" err="1"/>
              <a:t>EventBridge</a:t>
            </a:r>
            <a:endParaRPr lang="en-IN" dirty="0"/>
          </a:p>
          <a:p>
            <a:r>
              <a:rPr lang="en-IN" dirty="0"/>
              <a:t>• Security Framework:</a:t>
            </a:r>
          </a:p>
          <a:p>
            <a:r>
              <a:rPr lang="en-IN" dirty="0"/>
              <a:t>   - Authentication (Cognito)</a:t>
            </a:r>
          </a:p>
          <a:p>
            <a:r>
              <a:rPr lang="en-IN" dirty="0"/>
              <a:t>   - Data encryption (in transit &amp; at rest)</a:t>
            </a:r>
          </a:p>
          <a:p>
            <a:r>
              <a:rPr lang="en-IN" dirty="0"/>
              <a:t>   - Vector search</a:t>
            </a:r>
          </a:p>
          <a:p>
            <a:endParaRPr lang="en-US" dirty="0"/>
          </a:p>
        </p:txBody>
      </p:sp>
      <p:sp>
        <p:nvSpPr>
          <p:cNvPr id="3" name="Title 2">
            <a:extLst>
              <a:ext uri="{FF2B5EF4-FFF2-40B4-BE49-F238E27FC236}">
                <a16:creationId xmlns:a16="http://schemas.microsoft.com/office/drawing/2014/main" id="{A8FBC137-168F-B228-7FAA-65F9E787F6AD}"/>
              </a:ext>
            </a:extLst>
          </p:cNvPr>
          <p:cNvSpPr>
            <a:spLocks noGrp="1"/>
          </p:cNvSpPr>
          <p:nvPr>
            <p:ph type="title"/>
          </p:nvPr>
        </p:nvSpPr>
        <p:spPr/>
        <p:txBody>
          <a:bodyPr/>
          <a:lstStyle/>
          <a:p>
            <a:r>
              <a:rPr lang="en-IN" dirty="0"/>
              <a:t>Implementation &amp; Achievements</a:t>
            </a:r>
            <a:endParaRPr lang="en-US" dirty="0"/>
          </a:p>
        </p:txBody>
      </p:sp>
      <p:sp>
        <p:nvSpPr>
          <p:cNvPr id="4" name="Slide Number Placeholder 3">
            <a:extLst>
              <a:ext uri="{FF2B5EF4-FFF2-40B4-BE49-F238E27FC236}">
                <a16:creationId xmlns:a16="http://schemas.microsoft.com/office/drawing/2014/main" id="{5108F4AC-FC6C-CE69-5A6D-0B7164EDAEA8}"/>
              </a:ext>
            </a:extLst>
          </p:cNvPr>
          <p:cNvSpPr>
            <a:spLocks noGrp="1"/>
          </p:cNvSpPr>
          <p:nvPr>
            <p:ph type="sldNum" sz="quarter" idx="13"/>
          </p:nvPr>
        </p:nvSpPr>
        <p:spPr/>
        <p:txBody>
          <a:bodyPr/>
          <a:lstStyle/>
          <a:p>
            <a:fld id="{DC503246-BBCE-4F0A-BCDC-08FC4C52637D}" type="slidenum">
              <a:rPr lang="en-US" smtClean="0"/>
              <a:pPr/>
              <a:t>9</a:t>
            </a:fld>
            <a:endParaRPr lang="en-US"/>
          </a:p>
        </p:txBody>
      </p:sp>
    </p:spTree>
    <p:extLst>
      <p:ext uri="{BB962C8B-B14F-4D97-AF65-F5344CB8AC3E}">
        <p14:creationId xmlns:p14="http://schemas.microsoft.com/office/powerpoint/2010/main" val="64932164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97870-C446-4779-E462-931218EE5E3E}"/>
              </a:ext>
            </a:extLst>
          </p:cNvPr>
          <p:cNvSpPr>
            <a:spLocks noGrp="1"/>
          </p:cNvSpPr>
          <p:nvPr>
            <p:ph type="body" sz="quarter" idx="10"/>
          </p:nvPr>
        </p:nvSpPr>
        <p:spPr>
          <a:xfrm>
            <a:off x="425038" y="1365662"/>
            <a:ext cx="11430000" cy="5444567"/>
          </a:xfrm>
        </p:spPr>
        <p:txBody>
          <a:bodyPr/>
          <a:lstStyle/>
          <a:p>
            <a:r>
              <a:rPr lang="en-IN" dirty="0"/>
              <a:t>• Future Enhancements:</a:t>
            </a:r>
          </a:p>
          <a:p>
            <a:r>
              <a:rPr lang="en-IN" dirty="0"/>
              <a:t>   - Predictive analytics &amp; proactive health insights</a:t>
            </a:r>
          </a:p>
          <a:p>
            <a:r>
              <a:rPr lang="en-IN" dirty="0"/>
              <a:t>   - EHR &amp; wearable integrations</a:t>
            </a:r>
          </a:p>
          <a:p>
            <a:r>
              <a:rPr lang="en-IN" dirty="0"/>
              <a:t>   - Multi-language &amp; offline support</a:t>
            </a:r>
          </a:p>
          <a:p>
            <a:r>
              <a:rPr lang="en-IN" dirty="0"/>
              <a:t>• Conclusion:</a:t>
            </a:r>
          </a:p>
          <a:p>
            <a:r>
              <a:rPr lang="en-IN" dirty="0"/>
              <a:t>   - </a:t>
            </a:r>
            <a:r>
              <a:rPr lang="en-IN" dirty="0" err="1"/>
              <a:t>HealthAssist</a:t>
            </a:r>
            <a:r>
              <a:rPr lang="en-IN" dirty="0"/>
              <a:t> proves feasibility of secure AI-driven healthcare management</a:t>
            </a:r>
          </a:p>
          <a:p>
            <a:r>
              <a:rPr lang="en-IN" dirty="0"/>
              <a:t>   - Strong foundation for patient-centric digital health ecosystems</a:t>
            </a:r>
          </a:p>
          <a:p>
            <a:endParaRPr lang="en-US" dirty="0"/>
          </a:p>
        </p:txBody>
      </p:sp>
      <p:sp>
        <p:nvSpPr>
          <p:cNvPr id="3" name="Title 2">
            <a:extLst>
              <a:ext uri="{FF2B5EF4-FFF2-40B4-BE49-F238E27FC236}">
                <a16:creationId xmlns:a16="http://schemas.microsoft.com/office/drawing/2014/main" id="{662D011D-A91A-9EDA-B21E-4EB423A969A0}"/>
              </a:ext>
            </a:extLst>
          </p:cNvPr>
          <p:cNvSpPr>
            <a:spLocks noGrp="1"/>
          </p:cNvSpPr>
          <p:nvPr>
            <p:ph type="title"/>
          </p:nvPr>
        </p:nvSpPr>
        <p:spPr/>
        <p:txBody>
          <a:bodyPr/>
          <a:lstStyle/>
          <a:p>
            <a:r>
              <a:rPr lang="en-IN" dirty="0"/>
              <a:t>Future Work &amp; Conclusion</a:t>
            </a:r>
            <a:endParaRPr lang="en-US" dirty="0"/>
          </a:p>
        </p:txBody>
      </p:sp>
      <p:sp>
        <p:nvSpPr>
          <p:cNvPr id="4" name="Slide Number Placeholder 3">
            <a:extLst>
              <a:ext uri="{FF2B5EF4-FFF2-40B4-BE49-F238E27FC236}">
                <a16:creationId xmlns:a16="http://schemas.microsoft.com/office/drawing/2014/main" id="{3C233149-6709-328B-64C0-62019A6AEE04}"/>
              </a:ext>
            </a:extLst>
          </p:cNvPr>
          <p:cNvSpPr>
            <a:spLocks noGrp="1"/>
          </p:cNvSpPr>
          <p:nvPr>
            <p:ph type="sldNum" sz="quarter" idx="13"/>
          </p:nvPr>
        </p:nvSpPr>
        <p:spPr/>
        <p:txBody>
          <a:bodyPr/>
          <a:lstStyle/>
          <a:p>
            <a:fld id="{DC503246-BBCE-4F0A-BCDC-08FC4C52637D}" type="slidenum">
              <a:rPr lang="en-US" smtClean="0"/>
              <a:pPr/>
              <a:t>10</a:t>
            </a:fld>
            <a:endParaRPr lang="en-US"/>
          </a:p>
        </p:txBody>
      </p:sp>
    </p:spTree>
    <p:extLst>
      <p:ext uri="{BB962C8B-B14F-4D97-AF65-F5344CB8AC3E}">
        <p14:creationId xmlns:p14="http://schemas.microsoft.com/office/powerpoint/2010/main" val="193813975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55125F7-48A9-5DF1-6FD1-56A368B439C3}"/>
              </a:ext>
            </a:extLst>
          </p:cNvPr>
          <p:cNvSpPr>
            <a:spLocks noGrp="1"/>
          </p:cNvSpPr>
          <p:nvPr>
            <p:ph type="sldNum" sz="quarter" idx="4"/>
          </p:nvPr>
        </p:nvSpPr>
        <p:spPr>
          <a:xfrm>
            <a:off x="9105901" y="6348151"/>
            <a:ext cx="2743200" cy="365125"/>
          </a:xfrm>
        </p:spPr>
        <p:txBody>
          <a:bodyPr vert="horz" lIns="0" tIns="0" rIns="0" bIns="0" rtlCol="0" anchor="ctr"/>
          <a:lstStyle>
            <a:lvl1pPr algn="r">
              <a:defRPr sz="1000">
                <a:solidFill>
                  <a:schemeClr val="tx1">
                    <a:tint val="75000"/>
                  </a:schemeClr>
                </a:solidFill>
              </a:defRPr>
            </a:lvl1pPr>
          </a:lstStyle>
          <a:p>
            <a:r>
              <a:rPr lang="en-US" dirty="0"/>
              <a:t>9</a:t>
            </a:r>
          </a:p>
        </p:txBody>
      </p:sp>
      <p:sp>
        <p:nvSpPr>
          <p:cNvPr id="8" name="Title 9">
            <a:extLst>
              <a:ext uri="{FF2B5EF4-FFF2-40B4-BE49-F238E27FC236}">
                <a16:creationId xmlns:a16="http://schemas.microsoft.com/office/drawing/2014/main" id="{B70E4699-1FDC-4DEC-B4A2-98FB82BBC1CF}"/>
              </a:ext>
            </a:extLst>
          </p:cNvPr>
          <p:cNvSpPr>
            <a:spLocks noGrp="1"/>
          </p:cNvSpPr>
          <p:nvPr>
            <p:ph type="title"/>
          </p:nvPr>
        </p:nvSpPr>
        <p:spPr>
          <a:xfrm>
            <a:off x="425038" y="355015"/>
            <a:ext cx="11424061" cy="638175"/>
          </a:xfrm>
        </p:spPr>
        <p:txBody>
          <a:bodyPr/>
          <a:lstStyle/>
          <a:p>
            <a:r>
              <a:rPr lang="en-US" dirty="0"/>
              <a:t>Summary</a:t>
            </a:r>
          </a:p>
        </p:txBody>
      </p:sp>
      <p:sp>
        <p:nvSpPr>
          <p:cNvPr id="4" name="TextBox 3">
            <a:extLst>
              <a:ext uri="{FF2B5EF4-FFF2-40B4-BE49-F238E27FC236}">
                <a16:creationId xmlns:a16="http://schemas.microsoft.com/office/drawing/2014/main" id="{2C4B480E-2953-F5D4-B613-2441F994627C}"/>
              </a:ext>
            </a:extLst>
          </p:cNvPr>
          <p:cNvSpPr txBox="1"/>
          <p:nvPr/>
        </p:nvSpPr>
        <p:spPr>
          <a:xfrm>
            <a:off x="714703" y="1302199"/>
            <a:ext cx="10762593" cy="4893647"/>
          </a:xfrm>
          <a:prstGeom prst="rect">
            <a:avLst/>
          </a:prstGeom>
          <a:noFill/>
        </p:spPr>
        <p:txBody>
          <a:bodyPr wrap="square" lIns="0" rIns="0" rtlCol="0">
            <a:spAutoFit/>
          </a:bodyPr>
          <a:lstStyle/>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Summary of </a:t>
            </a:r>
            <a:r>
              <a:rPr lang="en-US" sz="2400" dirty="0" err="1">
                <a:latin typeface="Amazon Ember" panose="020B0603020204020204" pitchFamily="34" charset="0"/>
                <a:ea typeface="Amazon Ember" panose="020B0603020204020204" pitchFamily="34" charset="0"/>
                <a:cs typeface="Amazon Ember" panose="020B0603020204020204" pitchFamily="34" charset="0"/>
              </a:rPr>
              <a:t>HealthAssist</a:t>
            </a: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Data Management and Security</a:t>
            </a:r>
          </a:p>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AI Integration</a:t>
            </a:r>
          </a:p>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User Interaction</a:t>
            </a:r>
          </a:p>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Key Functionalities</a:t>
            </a:r>
          </a:p>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Impact and Benefits</a:t>
            </a:r>
          </a:p>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Future Vision</a:t>
            </a:r>
          </a:p>
          <a:p>
            <a:pPr marL="342900" indent="-342900">
              <a:lnSpc>
                <a:spcPct val="150000"/>
              </a:lnSpc>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Call to Action</a:t>
            </a:r>
          </a:p>
          <a:p>
            <a:pPr marL="342900" indent="-342900" algn="ctr">
              <a:buFont typeface="Arial" panose="020B0604020202020204" pitchFamily="34" charset="0"/>
              <a:buChar char="•"/>
            </a:pPr>
            <a:endParaRPr lang="en-US" sz="2400" dirty="0"/>
          </a:p>
        </p:txBody>
      </p:sp>
    </p:spTree>
    <p:extLst>
      <p:ext uri="{BB962C8B-B14F-4D97-AF65-F5344CB8AC3E}">
        <p14:creationId xmlns:p14="http://schemas.microsoft.com/office/powerpoint/2010/main" val="113359237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A8C4F7-D48F-41DF-8352-89ECC73CE74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31948683"/>
      </p:ext>
    </p:extLst>
  </p:cSld>
  <p:clrMapOvr>
    <a:masterClrMapping/>
  </p:clrMapOvr>
  <p:transition>
    <p:fade/>
  </p:transition>
</p:sld>
</file>

<file path=ppt/theme/theme1.xml><?xml version="1.0" encoding="utf-8"?>
<a:theme xmlns:a="http://schemas.openxmlformats.org/drawingml/2006/main" name="AWS Brand Template_Light">
  <a:themeElements>
    <a:clrScheme name="AWS Template">
      <a:dk1>
        <a:srgbClr val="161E2D"/>
      </a:dk1>
      <a:lt1>
        <a:srgbClr val="FFFFFF"/>
      </a:lt1>
      <a:dk2>
        <a:srgbClr val="00193D"/>
      </a:dk2>
      <a:lt2>
        <a:srgbClr val="F5F7FF"/>
      </a:lt2>
      <a:accent1>
        <a:srgbClr val="0073E5"/>
      </a:accent1>
      <a:accent2>
        <a:srgbClr val="FF6A3D"/>
      </a:accent2>
      <a:accent3>
        <a:srgbClr val="5900B2"/>
      </a:accent3>
      <a:accent4>
        <a:srgbClr val="001A99"/>
      </a:accent4>
      <a:accent5>
        <a:srgbClr val="C300E0"/>
      </a:accent5>
      <a:accent6>
        <a:srgbClr val="00E500"/>
      </a:accent6>
      <a:hlink>
        <a:srgbClr val="42B4FF"/>
      </a:hlink>
      <a:folHlink>
        <a:srgbClr val="B2A8FF"/>
      </a:folHlink>
    </a:clrScheme>
    <a:fontScheme name="Ember Display all the way">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extLst>
    <a:ext uri="{05A4C25C-085E-4340-85A3-A5531E510DB2}">
      <thm15:themeFamily xmlns:thm15="http://schemas.microsoft.com/office/thememl/2012/main" name="Presentation1" id="{10B1A1AB-66E2-4EB3-B743-8516223C8CA5}" vid="{207657F2-C1D5-4C9A-A624-35CD9B124E5E}"/>
    </a:ext>
  </a:extLst>
</a:theme>
</file>

<file path=ppt/theme/theme2.xml><?xml version="1.0" encoding="utf-8"?>
<a:theme xmlns:a="http://schemas.openxmlformats.org/drawingml/2006/main" name="1_AWS Brand Template_Dark">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Ember Display all the way">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extLst>
    <a:ext uri="{05A4C25C-085E-4340-85A3-A5531E510DB2}">
      <thm15:themeFamily xmlns:thm15="http://schemas.microsoft.com/office/thememl/2012/main" name="Presentation1" id="{10B1A1AB-66E2-4EB3-B743-8516223C8CA5}" vid="{207657F2-C1D5-4C9A-A624-35CD9B124E5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858525f-8556-4a49-8c5b-46c9ac02e9a8">
      <Terms xmlns="http://schemas.microsoft.com/office/infopath/2007/PartnerControls"/>
    </lcf76f155ced4ddcb4097134ff3c332f>
    <TaxCatchAll xmlns="c15da466-223d-4a9a-9a5d-eb2bee72a60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92946DCD6EF84A8AD3B83D0B57F8EB" ma:contentTypeVersion="17" ma:contentTypeDescription="Create a new document." ma:contentTypeScope="" ma:versionID="b42be05bc74378c37795d3f925fb4a01">
  <xsd:schema xmlns:xsd="http://www.w3.org/2001/XMLSchema" xmlns:xs="http://www.w3.org/2001/XMLSchema" xmlns:p="http://schemas.microsoft.com/office/2006/metadata/properties" xmlns:ns2="5858525f-8556-4a49-8c5b-46c9ac02e9a8" xmlns:ns3="c15da466-223d-4a9a-9a5d-eb2bee72a60a" targetNamespace="http://schemas.microsoft.com/office/2006/metadata/properties" ma:root="true" ma:fieldsID="6370dd56b8fb32e5b01a7594ec1f1abe" ns2:_="" ns3:_="">
    <xsd:import namespace="5858525f-8556-4a49-8c5b-46c9ac02e9a8"/>
    <xsd:import namespace="c15da466-223d-4a9a-9a5d-eb2bee72a60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58525f-8556-4a49-8c5b-46c9ac02e9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5f7a6da-46ba-41bd-8ba0-cc4b0a852eb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15da466-223d-4a9a-9a5d-eb2bee72a60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571200c-446a-409a-b41b-83406df47733}" ma:internalName="TaxCatchAll" ma:showField="CatchAllData" ma:web="c15da466-223d-4a9a-9a5d-eb2bee72a6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8EE619-C8F3-4123-BB4D-06897928292C}">
  <ds:schemaRefs>
    <ds:schemaRef ds:uri="http://purl.org/dc/terms/"/>
    <ds:schemaRef ds:uri="c15da466-223d-4a9a-9a5d-eb2bee72a60a"/>
    <ds:schemaRef ds:uri="http://purl.org/dc/dcmitype/"/>
    <ds:schemaRef ds:uri="http://schemas.microsoft.com/office/2006/documentManagement/types"/>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5858525f-8556-4a49-8c5b-46c9ac02e9a8"/>
    <ds:schemaRef ds:uri="http://www.w3.org/XML/1998/namespace"/>
  </ds:schemaRefs>
</ds:datastoreItem>
</file>

<file path=customXml/itemProps2.xml><?xml version="1.0" encoding="utf-8"?>
<ds:datastoreItem xmlns:ds="http://schemas.openxmlformats.org/officeDocument/2006/customXml" ds:itemID="{3D7F2428-6C02-4D32-B14D-EBC3389A58AD}">
  <ds:schemaRefs>
    <ds:schemaRef ds:uri="http://schemas.microsoft.com/sharepoint/v3/contenttype/forms"/>
  </ds:schemaRefs>
</ds:datastoreItem>
</file>

<file path=customXml/itemProps3.xml><?xml version="1.0" encoding="utf-8"?>
<ds:datastoreItem xmlns:ds="http://schemas.openxmlformats.org/officeDocument/2006/customXml" ds:itemID="{379A09CB-99D1-4CE1-93AE-964D83FB2A11}">
  <ds:schemaRefs>
    <ds:schemaRef ds:uri="5858525f-8556-4a49-8c5b-46c9ac02e9a8"/>
    <ds:schemaRef ds:uri="c15da466-223d-4a9a-9a5d-eb2bee72a6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18168</TotalTime>
  <Words>611</Words>
  <Application>Microsoft Macintosh PowerPoint</Application>
  <PresentationFormat>Widescreen</PresentationFormat>
  <Paragraphs>148</Paragraphs>
  <Slides>12</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Amazon Ember</vt:lpstr>
      <vt:lpstr>Amazon Ember Display</vt:lpstr>
      <vt:lpstr>Arial</vt:lpstr>
      <vt:lpstr>Calibri</vt:lpstr>
      <vt:lpstr>Helvetica</vt:lpstr>
      <vt:lpstr>Wingdings</vt:lpstr>
      <vt:lpstr>AWS Brand Template_Light</vt:lpstr>
      <vt:lpstr>1_AWS Brand Template_Dark</vt:lpstr>
      <vt:lpstr>Generative AI-Powered Mobile App for Personalized Healthcare and Insurance Management</vt:lpstr>
      <vt:lpstr>Agenda</vt:lpstr>
      <vt:lpstr>Project Overview &amp; Objectives</vt:lpstr>
      <vt:lpstr>Managing Medical Documents with Generative AI</vt:lpstr>
      <vt:lpstr>Overview of HealthAssist</vt:lpstr>
      <vt:lpstr>Technology Stack</vt:lpstr>
      <vt:lpstr>HealthAssist Architecture</vt:lpstr>
      <vt:lpstr>Architecture</vt:lpstr>
      <vt:lpstr>Implementation &amp; Achievements</vt:lpstr>
      <vt:lpstr>Future Work &amp; Conclusion</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Journey</dc:title>
  <dc:creator>Thad Allen</dc:creator>
  <cp:lastModifiedBy>Purwar, Shubham</cp:lastModifiedBy>
  <cp:revision>144</cp:revision>
  <dcterms:created xsi:type="dcterms:W3CDTF">2023-07-18T17:07:11Z</dcterms:created>
  <dcterms:modified xsi:type="dcterms:W3CDTF">2025-08-23T04:15:27Z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0x0101002892946DCD6EF84A8AD3B83D0B57F8EB</vt:lpwstr>
  </property>
  <property fmtid="{D5CDD505-2E9C-101B-9397-08002B2CF9AE}" pid="3" name="MediaServiceImageTags">
    <vt:lpwstr/>
  </property>
  <property fmtid="{D5CDD505-2E9C-101B-9397-08002B2CF9AE}" pid="4" name="MSIP_Label_19e68092-05df-4271-8e3e-b2a4c82ba797_Enabled">
    <vt:lpwstr>true</vt:lpwstr>
  </property>
  <property fmtid="{D5CDD505-2E9C-101B-9397-08002B2CF9AE}" pid="5" name="MSIP_Label_19e68092-05df-4271-8e3e-b2a4c82ba797_SetDate">
    <vt:lpwstr>2025-08-21T16:53:48Z</vt:lpwstr>
  </property>
  <property fmtid="{D5CDD505-2E9C-101B-9397-08002B2CF9AE}" pid="6" name="MSIP_Label_19e68092-05df-4271-8e3e-b2a4c82ba797_Method">
    <vt:lpwstr>Standard</vt:lpwstr>
  </property>
  <property fmtid="{D5CDD505-2E9C-101B-9397-08002B2CF9AE}" pid="7" name="MSIP_Label_19e68092-05df-4271-8e3e-b2a4c82ba797_Name">
    <vt:lpwstr>Amazon Confidential</vt:lpwstr>
  </property>
  <property fmtid="{D5CDD505-2E9C-101B-9397-08002B2CF9AE}" pid="8" name="MSIP_Label_19e68092-05df-4271-8e3e-b2a4c82ba797_SiteId">
    <vt:lpwstr>5280104a-472d-4538-9ccf-1e1d0efe8b1b</vt:lpwstr>
  </property>
  <property fmtid="{D5CDD505-2E9C-101B-9397-08002B2CF9AE}" pid="9" name="MSIP_Label_19e68092-05df-4271-8e3e-b2a4c82ba797_ActionId">
    <vt:lpwstr>b4eea4ba-406d-4e46-baad-7d258c1741bc</vt:lpwstr>
  </property>
  <property fmtid="{D5CDD505-2E9C-101B-9397-08002B2CF9AE}" pid="10" name="MSIP_Label_19e68092-05df-4271-8e3e-b2a4c82ba797_ContentBits">
    <vt:lpwstr>0</vt:lpwstr>
  </property>
  <property fmtid="{D5CDD505-2E9C-101B-9397-08002B2CF9AE}" pid="11" name="MSIP_Label_19e68092-05df-4271-8e3e-b2a4c82ba797_Tag">
    <vt:lpwstr>50, 3, 0, 1</vt:lpwstr>
  </property>
</Properties>
</file>